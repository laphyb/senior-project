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4"/>
    <p:sldMasterId id="2147483660" r:id="rId5"/>
    <p:sldMasterId id="2147483658" r:id="rId6"/>
    <p:sldMasterId id="2147483662" r:id="rId7"/>
  </p:sldMasterIdLst>
  <p:notesMasterIdLst>
    <p:notesMasterId r:id="rId10"/>
  </p:notesMasterIdLst>
  <p:sldIdLst>
    <p:sldId id="257" r:id="rId8"/>
    <p:sldId id="258" r:id="rId9"/>
  </p:sldIdLst>
  <p:sldSz cx="37490400" cy="24688800"/>
  <p:notesSz cx="7315200" cy="9601200"/>
  <p:defaultTextStyle>
    <a:defPPr>
      <a:defRPr lang="en-US"/>
    </a:defPPr>
    <a:lvl1pPr algn="l" rtl="0" eaLnBrk="0" fontAlgn="base" hangingPunct="0">
      <a:spcBef>
        <a:spcPct val="0"/>
      </a:spcBef>
      <a:spcAft>
        <a:spcPct val="0"/>
      </a:spcAft>
      <a:defRPr sz="2300" kern="1200">
        <a:solidFill>
          <a:schemeClr val="tx1"/>
        </a:solidFill>
        <a:latin typeface="Arial Narrow" panose="020B0606020202030204" pitchFamily="34" charset="0"/>
        <a:ea typeface="MS PGothic" panose="020B0600070205080204" pitchFamily="34" charset="-128"/>
        <a:cs typeface="+mn-cs"/>
      </a:defRPr>
    </a:lvl1pPr>
    <a:lvl2pPr marL="363538" indent="93663" algn="l" rtl="0" eaLnBrk="0" fontAlgn="base" hangingPunct="0">
      <a:spcBef>
        <a:spcPct val="0"/>
      </a:spcBef>
      <a:spcAft>
        <a:spcPct val="0"/>
      </a:spcAft>
      <a:defRPr sz="2300" kern="1200">
        <a:solidFill>
          <a:schemeClr val="tx1"/>
        </a:solidFill>
        <a:latin typeface="Arial Narrow" panose="020B0606020202030204" pitchFamily="34" charset="0"/>
        <a:ea typeface="MS PGothic" panose="020B0600070205080204" pitchFamily="34" charset="-128"/>
        <a:cs typeface="+mn-cs"/>
      </a:defRPr>
    </a:lvl2pPr>
    <a:lvl3pPr marL="728663" indent="185738" algn="l" rtl="0" eaLnBrk="0" fontAlgn="base" hangingPunct="0">
      <a:spcBef>
        <a:spcPct val="0"/>
      </a:spcBef>
      <a:spcAft>
        <a:spcPct val="0"/>
      </a:spcAft>
      <a:defRPr sz="2300" kern="1200">
        <a:solidFill>
          <a:schemeClr val="tx1"/>
        </a:solidFill>
        <a:latin typeface="Arial Narrow" panose="020B0606020202030204" pitchFamily="34" charset="0"/>
        <a:ea typeface="MS PGothic" panose="020B0600070205080204" pitchFamily="34" charset="-128"/>
        <a:cs typeface="+mn-cs"/>
      </a:defRPr>
    </a:lvl3pPr>
    <a:lvl4pPr marL="1093788" indent="277813" algn="l" rtl="0" eaLnBrk="0" fontAlgn="base" hangingPunct="0">
      <a:spcBef>
        <a:spcPct val="0"/>
      </a:spcBef>
      <a:spcAft>
        <a:spcPct val="0"/>
      </a:spcAft>
      <a:defRPr sz="2300" kern="1200">
        <a:solidFill>
          <a:schemeClr val="tx1"/>
        </a:solidFill>
        <a:latin typeface="Arial Narrow" panose="020B0606020202030204" pitchFamily="34" charset="0"/>
        <a:ea typeface="MS PGothic" panose="020B0600070205080204" pitchFamily="34" charset="-128"/>
        <a:cs typeface="+mn-cs"/>
      </a:defRPr>
    </a:lvl4pPr>
    <a:lvl5pPr marL="1457325" indent="371475" algn="l" rtl="0" eaLnBrk="0" fontAlgn="base" hangingPunct="0">
      <a:spcBef>
        <a:spcPct val="0"/>
      </a:spcBef>
      <a:spcAft>
        <a:spcPct val="0"/>
      </a:spcAft>
      <a:defRPr sz="2300" kern="1200">
        <a:solidFill>
          <a:schemeClr val="tx1"/>
        </a:solidFill>
        <a:latin typeface="Arial Narrow" panose="020B0606020202030204" pitchFamily="34" charset="0"/>
        <a:ea typeface="MS PGothic" panose="020B0600070205080204" pitchFamily="34" charset="-128"/>
        <a:cs typeface="+mn-cs"/>
      </a:defRPr>
    </a:lvl5pPr>
    <a:lvl6pPr marL="2286000" algn="l" defTabSz="914400" rtl="0" eaLnBrk="1" latinLnBrk="0" hangingPunct="1">
      <a:defRPr sz="2300" kern="1200">
        <a:solidFill>
          <a:schemeClr val="tx1"/>
        </a:solidFill>
        <a:latin typeface="Arial Narrow" panose="020B0606020202030204" pitchFamily="34" charset="0"/>
        <a:ea typeface="MS PGothic" panose="020B0600070205080204" pitchFamily="34" charset="-128"/>
        <a:cs typeface="+mn-cs"/>
      </a:defRPr>
    </a:lvl6pPr>
    <a:lvl7pPr marL="2743200" algn="l" defTabSz="914400" rtl="0" eaLnBrk="1" latinLnBrk="0" hangingPunct="1">
      <a:defRPr sz="2300" kern="1200">
        <a:solidFill>
          <a:schemeClr val="tx1"/>
        </a:solidFill>
        <a:latin typeface="Arial Narrow" panose="020B0606020202030204" pitchFamily="34" charset="0"/>
        <a:ea typeface="MS PGothic" panose="020B0600070205080204" pitchFamily="34" charset="-128"/>
        <a:cs typeface="+mn-cs"/>
      </a:defRPr>
    </a:lvl7pPr>
    <a:lvl8pPr marL="3200400" algn="l" defTabSz="914400" rtl="0" eaLnBrk="1" latinLnBrk="0" hangingPunct="1">
      <a:defRPr sz="2300" kern="1200">
        <a:solidFill>
          <a:schemeClr val="tx1"/>
        </a:solidFill>
        <a:latin typeface="Arial Narrow" panose="020B0606020202030204" pitchFamily="34" charset="0"/>
        <a:ea typeface="MS PGothic" panose="020B0600070205080204" pitchFamily="34" charset="-128"/>
        <a:cs typeface="+mn-cs"/>
      </a:defRPr>
    </a:lvl8pPr>
    <a:lvl9pPr marL="3657600" algn="l" defTabSz="914400" rtl="0" eaLnBrk="1" latinLnBrk="0" hangingPunct="1">
      <a:defRPr sz="2300" kern="1200">
        <a:solidFill>
          <a:schemeClr val="tx1"/>
        </a:solidFill>
        <a:latin typeface="Arial Narrow" panose="020B0606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664">
          <p15:clr>
            <a:srgbClr val="A4A3A4"/>
          </p15:clr>
        </p15:guide>
        <p15:guide id="2" orient="horz" pos="15214">
          <p15:clr>
            <a:srgbClr val="A4A3A4"/>
          </p15:clr>
        </p15:guide>
        <p15:guide id="3" pos="373">
          <p15:clr>
            <a:srgbClr val="A4A3A4"/>
          </p15:clr>
        </p15:guide>
        <p15:guide id="4" pos="5904">
          <p15:clr>
            <a:srgbClr val="A4A3A4"/>
          </p15:clr>
        </p15:guide>
        <p15:guide id="5" pos="17712">
          <p15:clr>
            <a:srgbClr val="A4A3A4"/>
          </p15:clr>
        </p15:guide>
        <p15:guide id="6" pos="23248">
          <p15:clr>
            <a:srgbClr val="A4A3A4"/>
          </p15:clr>
        </p15:guide>
        <p15:guide id="7" pos="11807">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3767"/>
    <a:srgbClr val="B2C3D1"/>
    <a:srgbClr val="9FD1FF"/>
    <a:srgbClr val="57AFFF"/>
    <a:srgbClr val="FFD24F"/>
    <a:srgbClr val="000000"/>
    <a:srgbClr val="0037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21" d="100"/>
          <a:sy n="21" d="100"/>
        </p:scale>
        <p:origin x="624" y="106"/>
      </p:cViewPr>
      <p:guideLst>
        <p:guide orient="horz" pos="2664"/>
        <p:guide orient="horz" pos="15214"/>
        <p:guide pos="373"/>
        <p:guide pos="5904"/>
        <p:guide pos="17712"/>
        <p:guide pos="23248"/>
        <p:guide pos="11807"/>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198601FD-477C-41B4-A485-AD1AB6B31FFF}"/>
              </a:ext>
            </a:extLst>
          </p:cNvPr>
          <p:cNvSpPr>
            <a:spLocks noGrp="1" noChangeArrowheads="1"/>
          </p:cNvSpPr>
          <p:nvPr>
            <p:ph type="hdr" sz="quarter"/>
          </p:nvPr>
        </p:nvSpPr>
        <p:spPr bwMode="auto">
          <a:xfrm>
            <a:off x="0" y="0"/>
            <a:ext cx="3168650" cy="479425"/>
          </a:xfrm>
          <a:prstGeom prst="rect">
            <a:avLst/>
          </a:prstGeom>
          <a:noFill/>
          <a:ln>
            <a:noFill/>
          </a:ln>
          <a:effectLst/>
        </p:spPr>
        <p:txBody>
          <a:bodyPr vert="horz" wrap="square" lIns="96646" tIns="48322" rIns="96646" bIns="48322" numCol="1" anchor="t" anchorCtr="0" compatLnSpc="1">
            <a:prstTxWarp prst="textNoShape">
              <a:avLst/>
            </a:prstTxWarp>
          </a:bodyPr>
          <a:lstStyle>
            <a:lvl1pPr defTabSz="966646" eaLnBrk="1" hangingPunct="1">
              <a:defRPr sz="1300">
                <a:latin typeface="Arial" charset="0"/>
                <a:ea typeface="ＭＳ Ｐゴシック" charset="0"/>
                <a:cs typeface="+mn-cs"/>
              </a:defRPr>
            </a:lvl1pPr>
          </a:lstStyle>
          <a:p>
            <a:pPr>
              <a:defRPr/>
            </a:pPr>
            <a:endParaRPr lang="en-US"/>
          </a:p>
        </p:txBody>
      </p:sp>
      <p:sp>
        <p:nvSpPr>
          <p:cNvPr id="150531" name="Rectangle 3">
            <a:extLst>
              <a:ext uri="{FF2B5EF4-FFF2-40B4-BE49-F238E27FC236}">
                <a16:creationId xmlns:a16="http://schemas.microsoft.com/office/drawing/2014/main" id="{0EDBECC2-8CB4-4B54-94C8-1D18705B80AA}"/>
              </a:ext>
            </a:extLst>
          </p:cNvPr>
          <p:cNvSpPr>
            <a:spLocks noGrp="1" noChangeArrowheads="1"/>
          </p:cNvSpPr>
          <p:nvPr>
            <p:ph type="dt" idx="1"/>
          </p:nvPr>
        </p:nvSpPr>
        <p:spPr bwMode="auto">
          <a:xfrm>
            <a:off x="4144963" y="0"/>
            <a:ext cx="3168650" cy="479425"/>
          </a:xfrm>
          <a:prstGeom prst="rect">
            <a:avLst/>
          </a:prstGeom>
          <a:noFill/>
          <a:ln>
            <a:noFill/>
          </a:ln>
          <a:effectLst/>
        </p:spPr>
        <p:txBody>
          <a:bodyPr vert="horz" wrap="square" lIns="96646" tIns="48322" rIns="96646" bIns="48322" numCol="1" anchor="t" anchorCtr="0" compatLnSpc="1">
            <a:prstTxWarp prst="textNoShape">
              <a:avLst/>
            </a:prstTxWarp>
          </a:bodyPr>
          <a:lstStyle>
            <a:lvl1pPr algn="r" defTabSz="966646" eaLnBrk="1" hangingPunct="1">
              <a:defRPr sz="1300">
                <a:latin typeface="Arial" charset="0"/>
                <a:ea typeface="ＭＳ Ｐゴシック" charset="0"/>
                <a:cs typeface="+mn-cs"/>
              </a:defRPr>
            </a:lvl1pPr>
          </a:lstStyle>
          <a:p>
            <a:pPr>
              <a:defRPr/>
            </a:pPr>
            <a:endParaRPr lang="en-US"/>
          </a:p>
        </p:txBody>
      </p:sp>
      <p:sp>
        <p:nvSpPr>
          <p:cNvPr id="9220" name="Rectangle 4">
            <a:extLst>
              <a:ext uri="{FF2B5EF4-FFF2-40B4-BE49-F238E27FC236}">
                <a16:creationId xmlns:a16="http://schemas.microsoft.com/office/drawing/2014/main" id="{5265867A-09B3-4016-A71A-0070B403F827}"/>
              </a:ext>
            </a:extLst>
          </p:cNvPr>
          <p:cNvSpPr>
            <a:spLocks noGrp="1" noRot="1" noChangeAspect="1" noChangeArrowheads="1" noTextEdit="1"/>
          </p:cNvSpPr>
          <p:nvPr>
            <p:ph type="sldImg" idx="2"/>
          </p:nvPr>
        </p:nvSpPr>
        <p:spPr bwMode="auto">
          <a:xfrm>
            <a:off x="923925" y="720725"/>
            <a:ext cx="546735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3" name="Rectangle 5">
            <a:extLst>
              <a:ext uri="{FF2B5EF4-FFF2-40B4-BE49-F238E27FC236}">
                <a16:creationId xmlns:a16="http://schemas.microsoft.com/office/drawing/2014/main" id="{93F20935-0815-4879-8E98-7314FAD8630E}"/>
              </a:ext>
            </a:extLst>
          </p:cNvPr>
          <p:cNvSpPr>
            <a:spLocks noGrp="1" noChangeArrowheads="1"/>
          </p:cNvSpPr>
          <p:nvPr>
            <p:ph type="body" sz="quarter" idx="3"/>
          </p:nvPr>
        </p:nvSpPr>
        <p:spPr bwMode="auto">
          <a:xfrm>
            <a:off x="731838" y="4560888"/>
            <a:ext cx="5851525" cy="4319587"/>
          </a:xfrm>
          <a:prstGeom prst="rect">
            <a:avLst/>
          </a:prstGeom>
          <a:noFill/>
          <a:ln>
            <a:noFill/>
          </a:ln>
          <a:effectLst/>
        </p:spPr>
        <p:txBody>
          <a:bodyPr vert="horz" wrap="square" lIns="96646" tIns="48322" rIns="96646" bIns="4832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a:extLst>
              <a:ext uri="{FF2B5EF4-FFF2-40B4-BE49-F238E27FC236}">
                <a16:creationId xmlns:a16="http://schemas.microsoft.com/office/drawing/2014/main" id="{43515C00-21E1-44C6-A7B1-CB2BD4F41F6E}"/>
              </a:ext>
            </a:extLst>
          </p:cNvPr>
          <p:cNvSpPr>
            <a:spLocks noGrp="1" noChangeArrowheads="1"/>
          </p:cNvSpPr>
          <p:nvPr>
            <p:ph type="ftr" sz="quarter" idx="4"/>
          </p:nvPr>
        </p:nvSpPr>
        <p:spPr bwMode="auto">
          <a:xfrm>
            <a:off x="0" y="9120188"/>
            <a:ext cx="3168650" cy="479425"/>
          </a:xfrm>
          <a:prstGeom prst="rect">
            <a:avLst/>
          </a:prstGeom>
          <a:noFill/>
          <a:ln>
            <a:noFill/>
          </a:ln>
          <a:effectLst/>
        </p:spPr>
        <p:txBody>
          <a:bodyPr vert="horz" wrap="square" lIns="96646" tIns="48322" rIns="96646" bIns="48322" numCol="1" anchor="b" anchorCtr="0" compatLnSpc="1">
            <a:prstTxWarp prst="textNoShape">
              <a:avLst/>
            </a:prstTxWarp>
          </a:bodyPr>
          <a:lstStyle>
            <a:lvl1pPr defTabSz="966646" eaLnBrk="1" hangingPunct="1">
              <a:defRPr sz="1300">
                <a:latin typeface="Arial" charset="0"/>
                <a:ea typeface="ＭＳ Ｐゴシック" charset="0"/>
                <a:cs typeface="+mn-cs"/>
              </a:defRPr>
            </a:lvl1pPr>
          </a:lstStyle>
          <a:p>
            <a:pPr>
              <a:defRPr/>
            </a:pPr>
            <a:endParaRPr lang="en-US"/>
          </a:p>
        </p:txBody>
      </p:sp>
      <p:sp>
        <p:nvSpPr>
          <p:cNvPr id="150535" name="Rectangle 7">
            <a:extLst>
              <a:ext uri="{FF2B5EF4-FFF2-40B4-BE49-F238E27FC236}">
                <a16:creationId xmlns:a16="http://schemas.microsoft.com/office/drawing/2014/main" id="{216A9093-8F4F-45A0-9B38-CD68733A382B}"/>
              </a:ext>
            </a:extLst>
          </p:cNvPr>
          <p:cNvSpPr>
            <a:spLocks noGrp="1" noChangeArrowheads="1"/>
          </p:cNvSpPr>
          <p:nvPr>
            <p:ph type="sldNum" sz="quarter" idx="5"/>
          </p:nvPr>
        </p:nvSpPr>
        <p:spPr bwMode="auto">
          <a:xfrm>
            <a:off x="4144963" y="9120188"/>
            <a:ext cx="3168650" cy="479425"/>
          </a:xfrm>
          <a:prstGeom prst="rect">
            <a:avLst/>
          </a:prstGeom>
          <a:noFill/>
          <a:ln>
            <a:noFill/>
          </a:ln>
          <a:effectLst/>
        </p:spPr>
        <p:txBody>
          <a:bodyPr vert="horz" wrap="square" lIns="96646" tIns="48322" rIns="96646" bIns="48322" numCol="1" anchor="b" anchorCtr="0" compatLnSpc="1">
            <a:prstTxWarp prst="textNoShape">
              <a:avLst/>
            </a:prstTxWarp>
          </a:bodyPr>
          <a:lstStyle>
            <a:lvl1pPr algn="r" defTabSz="965200" eaLnBrk="1" hangingPunct="1">
              <a:defRPr sz="1300">
                <a:latin typeface="Arial" panose="020B0604020202020204" pitchFamily="34" charset="0"/>
              </a:defRPr>
            </a:lvl1pPr>
          </a:lstStyle>
          <a:p>
            <a:pPr>
              <a:defRPr/>
            </a:pPr>
            <a:fld id="{CEBCA0A8-45F6-4FFC-93CC-6C4C5B4F79E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Arial" charset="0"/>
        <a:ea typeface="MS PGothic" panose="020B0600070205080204" pitchFamily="34" charset="-128"/>
        <a:cs typeface="ＭＳ Ｐゴシック" charset="0"/>
      </a:defRPr>
    </a:lvl1pPr>
    <a:lvl2pPr marL="363538" algn="l" rtl="0" eaLnBrk="0" fontAlgn="base" hangingPunct="0">
      <a:spcBef>
        <a:spcPct val="30000"/>
      </a:spcBef>
      <a:spcAft>
        <a:spcPct val="0"/>
      </a:spcAft>
      <a:defRPr sz="900" kern="1200">
        <a:solidFill>
          <a:schemeClr val="tx1"/>
        </a:solidFill>
        <a:latin typeface="Arial" charset="0"/>
        <a:ea typeface="MS PGothic" panose="020B0600070205080204" pitchFamily="34" charset="-128"/>
        <a:cs typeface="+mn-cs"/>
      </a:defRPr>
    </a:lvl2pPr>
    <a:lvl3pPr marL="728663" algn="l" rtl="0" eaLnBrk="0" fontAlgn="base" hangingPunct="0">
      <a:spcBef>
        <a:spcPct val="30000"/>
      </a:spcBef>
      <a:spcAft>
        <a:spcPct val="0"/>
      </a:spcAft>
      <a:defRPr sz="900" kern="1200">
        <a:solidFill>
          <a:schemeClr val="tx1"/>
        </a:solidFill>
        <a:latin typeface="Arial" charset="0"/>
        <a:ea typeface="MS PGothic" panose="020B0600070205080204" pitchFamily="34" charset="-128"/>
        <a:cs typeface="+mn-cs"/>
      </a:defRPr>
    </a:lvl3pPr>
    <a:lvl4pPr marL="1093788" algn="l" rtl="0" eaLnBrk="0" fontAlgn="base" hangingPunct="0">
      <a:spcBef>
        <a:spcPct val="30000"/>
      </a:spcBef>
      <a:spcAft>
        <a:spcPct val="0"/>
      </a:spcAft>
      <a:defRPr sz="900" kern="1200">
        <a:solidFill>
          <a:schemeClr val="tx1"/>
        </a:solidFill>
        <a:latin typeface="Arial" charset="0"/>
        <a:ea typeface="MS PGothic" panose="020B0600070205080204" pitchFamily="34" charset="-128"/>
        <a:cs typeface="+mn-cs"/>
      </a:defRPr>
    </a:lvl4pPr>
    <a:lvl5pPr marL="1457325" algn="l" rtl="0" eaLnBrk="0" fontAlgn="base" hangingPunct="0">
      <a:spcBef>
        <a:spcPct val="30000"/>
      </a:spcBef>
      <a:spcAft>
        <a:spcPct val="0"/>
      </a:spcAft>
      <a:defRPr sz="900" kern="1200">
        <a:solidFill>
          <a:schemeClr val="tx1"/>
        </a:solidFill>
        <a:latin typeface="Arial" charset="0"/>
        <a:ea typeface="MS PGothic" panose="020B0600070205080204" pitchFamily="34" charset="-128"/>
        <a:cs typeface="+mn-cs"/>
      </a:defRPr>
    </a:lvl5pPr>
    <a:lvl6pPr marL="1823314" algn="l" defTabSz="364663" rtl="0" eaLnBrk="1" latinLnBrk="0" hangingPunct="1">
      <a:defRPr sz="957" kern="1200">
        <a:solidFill>
          <a:schemeClr val="tx1"/>
        </a:solidFill>
        <a:latin typeface="+mn-lt"/>
        <a:ea typeface="+mn-ea"/>
        <a:cs typeface="+mn-cs"/>
      </a:defRPr>
    </a:lvl6pPr>
    <a:lvl7pPr marL="2187976" algn="l" defTabSz="364663" rtl="0" eaLnBrk="1" latinLnBrk="0" hangingPunct="1">
      <a:defRPr sz="957" kern="1200">
        <a:solidFill>
          <a:schemeClr val="tx1"/>
        </a:solidFill>
        <a:latin typeface="+mn-lt"/>
        <a:ea typeface="+mn-ea"/>
        <a:cs typeface="+mn-cs"/>
      </a:defRPr>
    </a:lvl7pPr>
    <a:lvl8pPr marL="2552639" algn="l" defTabSz="364663" rtl="0" eaLnBrk="1" latinLnBrk="0" hangingPunct="1">
      <a:defRPr sz="957" kern="1200">
        <a:solidFill>
          <a:schemeClr val="tx1"/>
        </a:solidFill>
        <a:latin typeface="+mn-lt"/>
        <a:ea typeface="+mn-ea"/>
        <a:cs typeface="+mn-cs"/>
      </a:defRPr>
    </a:lvl8pPr>
    <a:lvl9pPr marL="2917302" algn="l" defTabSz="364663" rtl="0" eaLnBrk="1" latinLnBrk="0" hangingPunct="1">
      <a:defRPr sz="9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73EE1F06-5BB8-4E7E-9F41-7331F5045D6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sz="900">
                <a:solidFill>
                  <a:schemeClr val="tx1"/>
                </a:solidFill>
                <a:latin typeface="Arial" panose="020B0604020202020204" pitchFamily="34" charset="0"/>
                <a:ea typeface="MS PGothic" panose="020B0600070205080204" pitchFamily="34" charset="-128"/>
              </a:defRPr>
            </a:lvl1pPr>
            <a:lvl2pPr marL="741363" indent="-284163" defTabSz="965200">
              <a:spcBef>
                <a:spcPct val="30000"/>
              </a:spcBef>
              <a:defRPr sz="900">
                <a:solidFill>
                  <a:schemeClr val="tx1"/>
                </a:solidFill>
                <a:latin typeface="Arial" panose="020B0604020202020204" pitchFamily="34" charset="0"/>
                <a:ea typeface="MS PGothic" panose="020B0600070205080204" pitchFamily="34" charset="-128"/>
              </a:defRPr>
            </a:lvl2pPr>
            <a:lvl3pPr marL="1141413" indent="-227013" defTabSz="965200">
              <a:spcBef>
                <a:spcPct val="30000"/>
              </a:spcBef>
              <a:defRPr sz="900">
                <a:solidFill>
                  <a:schemeClr val="tx1"/>
                </a:solidFill>
                <a:latin typeface="Arial" panose="020B0604020202020204" pitchFamily="34" charset="0"/>
                <a:ea typeface="MS PGothic" panose="020B0600070205080204" pitchFamily="34" charset="-128"/>
              </a:defRPr>
            </a:lvl3pPr>
            <a:lvl4pPr marL="1598613" indent="-227013" defTabSz="965200">
              <a:spcBef>
                <a:spcPct val="30000"/>
              </a:spcBef>
              <a:defRPr sz="900">
                <a:solidFill>
                  <a:schemeClr val="tx1"/>
                </a:solidFill>
                <a:latin typeface="Arial" panose="020B0604020202020204" pitchFamily="34" charset="0"/>
                <a:ea typeface="MS PGothic" panose="020B0600070205080204" pitchFamily="34" charset="-128"/>
              </a:defRPr>
            </a:lvl4pPr>
            <a:lvl5pPr marL="2055813" indent="-227013" defTabSz="965200">
              <a:spcBef>
                <a:spcPct val="30000"/>
              </a:spcBef>
              <a:defRPr sz="900">
                <a:solidFill>
                  <a:schemeClr val="tx1"/>
                </a:solidFill>
                <a:latin typeface="Arial" panose="020B0604020202020204" pitchFamily="34" charset="0"/>
                <a:ea typeface="MS PGothic" panose="020B0600070205080204" pitchFamily="34" charset="-128"/>
              </a:defRPr>
            </a:lvl5pPr>
            <a:lvl6pPr marL="2513013" indent="-227013" defTabSz="965200" eaLnBrk="0" fontAlgn="base" hangingPunct="0">
              <a:spcBef>
                <a:spcPct val="30000"/>
              </a:spcBef>
              <a:spcAft>
                <a:spcPct val="0"/>
              </a:spcAft>
              <a:defRPr sz="900">
                <a:solidFill>
                  <a:schemeClr val="tx1"/>
                </a:solidFill>
                <a:latin typeface="Arial" panose="020B0604020202020204" pitchFamily="34" charset="0"/>
                <a:ea typeface="MS PGothic" panose="020B0600070205080204" pitchFamily="34" charset="-128"/>
              </a:defRPr>
            </a:lvl6pPr>
            <a:lvl7pPr marL="2970213" indent="-227013" defTabSz="965200" eaLnBrk="0" fontAlgn="base" hangingPunct="0">
              <a:spcBef>
                <a:spcPct val="30000"/>
              </a:spcBef>
              <a:spcAft>
                <a:spcPct val="0"/>
              </a:spcAft>
              <a:defRPr sz="900">
                <a:solidFill>
                  <a:schemeClr val="tx1"/>
                </a:solidFill>
                <a:latin typeface="Arial" panose="020B0604020202020204" pitchFamily="34" charset="0"/>
                <a:ea typeface="MS PGothic" panose="020B0600070205080204" pitchFamily="34" charset="-128"/>
              </a:defRPr>
            </a:lvl7pPr>
            <a:lvl8pPr marL="3427413" indent="-227013" defTabSz="965200" eaLnBrk="0" fontAlgn="base" hangingPunct="0">
              <a:spcBef>
                <a:spcPct val="30000"/>
              </a:spcBef>
              <a:spcAft>
                <a:spcPct val="0"/>
              </a:spcAft>
              <a:defRPr sz="900">
                <a:solidFill>
                  <a:schemeClr val="tx1"/>
                </a:solidFill>
                <a:latin typeface="Arial" panose="020B0604020202020204" pitchFamily="34" charset="0"/>
                <a:ea typeface="MS PGothic" panose="020B0600070205080204" pitchFamily="34" charset="-128"/>
              </a:defRPr>
            </a:lvl8pPr>
            <a:lvl9pPr marL="3884613" indent="-227013" defTabSz="965200" eaLnBrk="0" fontAlgn="base" hangingPunct="0">
              <a:spcBef>
                <a:spcPct val="30000"/>
              </a:spcBef>
              <a:spcAft>
                <a:spcPct val="0"/>
              </a:spcAft>
              <a:defRPr sz="900">
                <a:solidFill>
                  <a:schemeClr val="tx1"/>
                </a:solidFill>
                <a:latin typeface="Arial" panose="020B0604020202020204" pitchFamily="34" charset="0"/>
                <a:ea typeface="MS PGothic" panose="020B0600070205080204" pitchFamily="34" charset="-128"/>
              </a:defRPr>
            </a:lvl9pPr>
          </a:lstStyle>
          <a:p>
            <a:pPr>
              <a:spcBef>
                <a:spcPct val="0"/>
              </a:spcBef>
            </a:pPr>
            <a:fld id="{86CC0C45-A5D3-4C4D-8D0D-CD68CD5758EA}" type="slidenum">
              <a:rPr lang="en-US" altLang="en-US" sz="1300" smtClean="0"/>
              <a:pPr>
                <a:spcBef>
                  <a:spcPct val="0"/>
                </a:spcBef>
              </a:pPr>
              <a:t>1</a:t>
            </a:fld>
            <a:endParaRPr lang="en-US" altLang="en-US" sz="1300"/>
          </a:p>
        </p:txBody>
      </p:sp>
      <p:sp>
        <p:nvSpPr>
          <p:cNvPr id="13315" name="Rectangle 2">
            <a:extLst>
              <a:ext uri="{FF2B5EF4-FFF2-40B4-BE49-F238E27FC236}">
                <a16:creationId xmlns:a16="http://schemas.microsoft.com/office/drawing/2014/main" id="{3A64CD52-8EA3-44DA-9C7C-6A6AA657157C}"/>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614B2F72-1386-4863-9F41-68DBF17A39E4}"/>
              </a:ext>
            </a:extLst>
          </p:cNvPr>
          <p:cNvSpPr>
            <a:spLocks noGrp="1" noChangeArrowheads="1"/>
          </p:cNvSpPr>
          <p:nvPr>
            <p:ph type="body" idx="1"/>
          </p:nvPr>
        </p:nvSpPr>
        <p:spPr/>
        <p:txBody>
          <a:bodyPr/>
          <a:lstStyle/>
          <a:p>
            <a:pPr eaLnBrk="1" hangingPunct="1">
              <a:defRPr/>
            </a:pPr>
            <a:endParaRPr lang="en-US">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CCCC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08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CCCC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692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CCCC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871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CCCC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300722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C3D1"/>
        </a:solidFill>
        <a:effectLst/>
      </p:bgPr>
    </p:bg>
    <p:spTree>
      <p:nvGrpSpPr>
        <p:cNvPr id="1" name=""/>
        <p:cNvGrpSpPr/>
        <p:nvPr/>
      </p:nvGrpSpPr>
      <p:grpSpPr>
        <a:xfrm>
          <a:off x="0" y="0"/>
          <a:ext cx="0" cy="0"/>
          <a:chOff x="0" y="0"/>
          <a:chExt cx="0" cy="0"/>
        </a:xfrm>
      </p:grpSpPr>
      <p:grpSp>
        <p:nvGrpSpPr>
          <p:cNvPr id="1026" name="Group 5">
            <a:extLst>
              <a:ext uri="{FF2B5EF4-FFF2-40B4-BE49-F238E27FC236}">
                <a16:creationId xmlns:a16="http://schemas.microsoft.com/office/drawing/2014/main" id="{9CFC357A-58D6-47F8-9089-1CEBF8BC9532}"/>
              </a:ext>
            </a:extLst>
          </p:cNvPr>
          <p:cNvGrpSpPr>
            <a:grpSpLocks/>
          </p:cNvGrpSpPr>
          <p:nvPr userDrawn="1"/>
        </p:nvGrpSpPr>
        <p:grpSpPr bwMode="auto">
          <a:xfrm>
            <a:off x="0" y="0"/>
            <a:ext cx="37490400" cy="24755475"/>
            <a:chOff x="0" y="0"/>
            <a:chExt cx="37490400" cy="24755475"/>
          </a:xfrm>
        </p:grpSpPr>
        <p:sp>
          <p:nvSpPr>
            <p:cNvPr id="6" name="Rectangle 6">
              <a:extLst>
                <a:ext uri="{FF2B5EF4-FFF2-40B4-BE49-F238E27FC236}">
                  <a16:creationId xmlns:a16="http://schemas.microsoft.com/office/drawing/2014/main" id="{6448CBD9-A2D1-46E8-AA10-48C528CA9FCD}"/>
                </a:ext>
              </a:extLst>
            </p:cNvPr>
            <p:cNvSpPr>
              <a:spLocks noChangeArrowheads="1"/>
            </p:cNvSpPr>
            <p:nvPr userDrawn="1"/>
          </p:nvSpPr>
          <p:spPr bwMode="auto">
            <a:xfrm>
              <a:off x="0" y="0"/>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28" name="Rectangle 7">
              <a:extLst>
                <a:ext uri="{FF2B5EF4-FFF2-40B4-BE49-F238E27FC236}">
                  <a16:creationId xmlns:a16="http://schemas.microsoft.com/office/drawing/2014/main" id="{7CE76FA4-E628-4A46-BE9F-CE79A7C4168A}"/>
                </a:ext>
              </a:extLst>
            </p:cNvPr>
            <p:cNvSpPr>
              <a:spLocks noChangeArrowheads="1"/>
            </p:cNvSpPr>
            <p:nvPr userDrawn="1"/>
          </p:nvSpPr>
          <p:spPr bwMode="auto">
            <a:xfrm>
              <a:off x="0" y="0"/>
              <a:ext cx="685800" cy="24688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29" name="Rectangle 23">
              <a:extLst>
                <a:ext uri="{FF2B5EF4-FFF2-40B4-BE49-F238E27FC236}">
                  <a16:creationId xmlns:a16="http://schemas.microsoft.com/office/drawing/2014/main" id="{97130E7C-5353-4354-BE44-72CF0395DC1B}"/>
                </a:ext>
              </a:extLst>
            </p:cNvPr>
            <p:cNvSpPr>
              <a:spLocks noChangeArrowheads="1"/>
            </p:cNvSpPr>
            <p:nvPr userDrawn="1"/>
          </p:nvSpPr>
          <p:spPr bwMode="auto">
            <a:xfrm>
              <a:off x="36804600" y="0"/>
              <a:ext cx="685800" cy="24688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33" name="Rectangle 20">
              <a:extLst>
                <a:ext uri="{FF2B5EF4-FFF2-40B4-BE49-F238E27FC236}">
                  <a16:creationId xmlns:a16="http://schemas.microsoft.com/office/drawing/2014/main" id="{54683566-02D1-4FC5-94C2-42E9B8A0C160}"/>
                </a:ext>
              </a:extLst>
            </p:cNvPr>
            <p:cNvSpPr>
              <a:spLocks noChangeArrowheads="1"/>
            </p:cNvSpPr>
            <p:nvPr userDrawn="1"/>
          </p:nvSpPr>
          <p:spPr bwMode="auto">
            <a:xfrm>
              <a:off x="0" y="24069675"/>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grpSp>
      <p:sp>
        <p:nvSpPr>
          <p:cNvPr id="1027" name="Rectangle 21">
            <a:extLst>
              <a:ext uri="{FF2B5EF4-FFF2-40B4-BE49-F238E27FC236}">
                <a16:creationId xmlns:a16="http://schemas.microsoft.com/office/drawing/2014/main" id="{29BA7E93-A262-4CD3-A7AB-F95DAB64BCF4}"/>
              </a:ext>
            </a:extLst>
          </p:cNvPr>
          <p:cNvSpPr>
            <a:spLocks noChangeArrowheads="1"/>
          </p:cNvSpPr>
          <p:nvPr userDrawn="1"/>
        </p:nvSpPr>
        <p:spPr bwMode="auto">
          <a:xfrm>
            <a:off x="14288" y="24069675"/>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2" name="Rectangle 36">
            <a:extLst>
              <a:ext uri="{FF2B5EF4-FFF2-40B4-BE49-F238E27FC236}">
                <a16:creationId xmlns:a16="http://schemas.microsoft.com/office/drawing/2014/main" id="{75E1441B-420E-40F4-944E-4EFCCAF5DB58}"/>
              </a:ext>
            </a:extLst>
          </p:cNvPr>
          <p:cNvSpPr>
            <a:spLocks noChangeArrowheads="1"/>
          </p:cNvSpPr>
          <p:nvPr userDrawn="1"/>
        </p:nvSpPr>
        <p:spPr bwMode="auto">
          <a:xfrm>
            <a:off x="685800" y="685800"/>
            <a:ext cx="36118800" cy="2914650"/>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3" name="Rectangle 9">
            <a:extLst>
              <a:ext uri="{FF2B5EF4-FFF2-40B4-BE49-F238E27FC236}">
                <a16:creationId xmlns:a16="http://schemas.microsoft.com/office/drawing/2014/main" id="{0ADE2BF4-269F-4E05-A19B-7E79D37AABCB}"/>
              </a:ext>
            </a:extLst>
          </p:cNvPr>
          <p:cNvSpPr>
            <a:spLocks noChangeArrowheads="1"/>
          </p:cNvSpPr>
          <p:nvPr userDrawn="1"/>
        </p:nvSpPr>
        <p:spPr bwMode="auto">
          <a:xfrm>
            <a:off x="685800" y="3600450"/>
            <a:ext cx="36118800" cy="133350"/>
          </a:xfrm>
          <a:prstGeom prst="rect">
            <a:avLst/>
          </a:prstGeom>
          <a:solidFill>
            <a:srgbClr val="003767"/>
          </a:solidFill>
          <a:ln>
            <a:noFill/>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grpSp>
        <p:nvGrpSpPr>
          <p:cNvPr id="1030" name="Group 8">
            <a:extLst>
              <a:ext uri="{FF2B5EF4-FFF2-40B4-BE49-F238E27FC236}">
                <a16:creationId xmlns:a16="http://schemas.microsoft.com/office/drawing/2014/main" id="{2CC2FED5-1B36-4CA2-9C70-459B04D5AE2A}"/>
              </a:ext>
            </a:extLst>
          </p:cNvPr>
          <p:cNvGrpSpPr>
            <a:grpSpLocks/>
          </p:cNvGrpSpPr>
          <p:nvPr userDrawn="1"/>
        </p:nvGrpSpPr>
        <p:grpSpPr bwMode="auto">
          <a:xfrm>
            <a:off x="1169988" y="4062413"/>
            <a:ext cx="35150425" cy="19559587"/>
            <a:chOff x="685801" y="4229101"/>
            <a:chExt cx="36065950" cy="19773900"/>
          </a:xfrm>
        </p:grpSpPr>
        <p:sp>
          <p:nvSpPr>
            <p:cNvPr id="4" name="Rectangle 33">
              <a:extLst>
                <a:ext uri="{FF2B5EF4-FFF2-40B4-BE49-F238E27FC236}">
                  <a16:creationId xmlns:a16="http://schemas.microsoft.com/office/drawing/2014/main" id="{616DA792-D717-41B1-A2CA-802E436C1D8C}"/>
                </a:ext>
              </a:extLst>
            </p:cNvPr>
            <p:cNvSpPr>
              <a:spLocks noChangeArrowheads="1"/>
            </p:cNvSpPr>
            <p:nvPr userDrawn="1"/>
          </p:nvSpPr>
          <p:spPr bwMode="auto">
            <a:xfrm>
              <a:off x="685801" y="4229101"/>
              <a:ext cx="8427659" cy="19773900"/>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5" name="Rectangle 32">
              <a:extLst>
                <a:ext uri="{FF2B5EF4-FFF2-40B4-BE49-F238E27FC236}">
                  <a16:creationId xmlns:a16="http://schemas.microsoft.com/office/drawing/2014/main" id="{37319D18-02A9-4DCC-8F66-EC0A09DA0743}"/>
                </a:ext>
              </a:extLst>
            </p:cNvPr>
            <p:cNvSpPr>
              <a:spLocks noChangeArrowheads="1"/>
            </p:cNvSpPr>
            <p:nvPr userDrawn="1"/>
          </p:nvSpPr>
          <p:spPr bwMode="auto">
            <a:xfrm>
              <a:off x="9753597" y="4229101"/>
              <a:ext cx="8670358" cy="19773900"/>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1034" name="Rectangle 34">
              <a:extLst>
                <a:ext uri="{FF2B5EF4-FFF2-40B4-BE49-F238E27FC236}">
                  <a16:creationId xmlns:a16="http://schemas.microsoft.com/office/drawing/2014/main" id="{6C72D2B4-6871-4764-9B89-28E1BAF196DE}"/>
                </a:ext>
              </a:extLst>
            </p:cNvPr>
            <p:cNvSpPr>
              <a:spLocks noChangeArrowheads="1"/>
            </p:cNvSpPr>
            <p:nvPr userDrawn="1"/>
          </p:nvSpPr>
          <p:spPr bwMode="auto">
            <a:xfrm>
              <a:off x="19065721" y="4229101"/>
              <a:ext cx="8668728" cy="19773900"/>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1035" name="Rectangle 35">
              <a:extLst>
                <a:ext uri="{FF2B5EF4-FFF2-40B4-BE49-F238E27FC236}">
                  <a16:creationId xmlns:a16="http://schemas.microsoft.com/office/drawing/2014/main" id="{CC295B5D-3964-4688-A75A-6FA8728BF41E}"/>
                </a:ext>
              </a:extLst>
            </p:cNvPr>
            <p:cNvSpPr>
              <a:spLocks noChangeArrowheads="1"/>
            </p:cNvSpPr>
            <p:nvPr userDrawn="1"/>
          </p:nvSpPr>
          <p:spPr bwMode="auto">
            <a:xfrm>
              <a:off x="28322463" y="4229101"/>
              <a:ext cx="8429288" cy="19773900"/>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grpSp>
    </p:spTree>
  </p:cSld>
  <p:clrMap bg1="lt1" tx1="dk1" bg2="lt2" tx2="dk2" accent1="accent1" accent2="accent2" accent3="accent3" accent4="accent4" accent5="accent5" accent6="accent6" hlink="hlink" folHlink="folHlink"/>
  <p:sldLayoutIdLst>
    <p:sldLayoutId id="2147483692" r:id="rId1"/>
  </p:sldLayoutIdLst>
  <p:txStyles>
    <p:titleStyle>
      <a:lvl1pPr algn="ctr" rtl="0" eaLnBrk="0" fontAlgn="base" hangingPunct="0">
        <a:spcBef>
          <a:spcPct val="0"/>
        </a:spcBef>
        <a:spcAft>
          <a:spcPct val="0"/>
        </a:spcAft>
        <a:defRPr sz="6400">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2pPr>
      <a:lvl3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3pPr>
      <a:lvl4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4pPr>
      <a:lvl5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5pPr>
      <a:lvl6pPr marL="342908" algn="ctr" rtl="0" fontAlgn="base">
        <a:spcBef>
          <a:spcPct val="0"/>
        </a:spcBef>
        <a:spcAft>
          <a:spcPct val="0"/>
        </a:spcAft>
        <a:defRPr sz="6451">
          <a:solidFill>
            <a:schemeClr val="tx2"/>
          </a:solidFill>
          <a:latin typeface="Arial Black" charset="0"/>
          <a:ea typeface="ＭＳ Ｐゴシック" charset="0"/>
        </a:defRPr>
      </a:lvl6pPr>
      <a:lvl7pPr marL="685816" algn="ctr" rtl="0" fontAlgn="base">
        <a:spcBef>
          <a:spcPct val="0"/>
        </a:spcBef>
        <a:spcAft>
          <a:spcPct val="0"/>
        </a:spcAft>
        <a:defRPr sz="6451">
          <a:solidFill>
            <a:schemeClr val="tx2"/>
          </a:solidFill>
          <a:latin typeface="Arial Black" charset="0"/>
          <a:ea typeface="ＭＳ Ｐゴシック" charset="0"/>
        </a:defRPr>
      </a:lvl7pPr>
      <a:lvl8pPr marL="1028724" algn="ctr" rtl="0" fontAlgn="base">
        <a:spcBef>
          <a:spcPct val="0"/>
        </a:spcBef>
        <a:spcAft>
          <a:spcPct val="0"/>
        </a:spcAft>
        <a:defRPr sz="6451">
          <a:solidFill>
            <a:schemeClr val="tx2"/>
          </a:solidFill>
          <a:latin typeface="Arial Black" charset="0"/>
          <a:ea typeface="ＭＳ Ｐゴシック" charset="0"/>
        </a:defRPr>
      </a:lvl8pPr>
      <a:lvl9pPr marL="1371632" algn="ctr" rtl="0" fontAlgn="base">
        <a:spcBef>
          <a:spcPct val="0"/>
        </a:spcBef>
        <a:spcAft>
          <a:spcPct val="0"/>
        </a:spcAft>
        <a:defRPr sz="6451">
          <a:solidFill>
            <a:schemeClr val="tx2"/>
          </a:solidFill>
          <a:latin typeface="Arial Black" charset="0"/>
          <a:ea typeface="ＭＳ Ｐゴシック" charset="0"/>
        </a:defRPr>
      </a:lvl9pPr>
    </p:titleStyle>
    <p:bodyStyle>
      <a:lvl1pPr marL="257175" indent="-257175" algn="l" rtl="0" eaLnBrk="0" fontAlgn="base" hangingPunct="0">
        <a:spcBef>
          <a:spcPct val="20000"/>
        </a:spcBef>
        <a:spcAft>
          <a:spcPct val="0"/>
        </a:spcAft>
        <a:buChar char="•"/>
        <a:defRPr sz="2100">
          <a:solidFill>
            <a:schemeClr val="tx1"/>
          </a:solidFill>
          <a:latin typeface="+mn-lt"/>
          <a:ea typeface="MS PGothic" panose="020B0600070205080204" pitchFamily="34" charset="-128"/>
          <a:cs typeface="ＭＳ Ｐゴシック" charset="0"/>
        </a:defRPr>
      </a:lvl1pPr>
      <a:lvl2pPr marL="554038" indent="-211138" algn="l" rtl="0" eaLnBrk="0" fontAlgn="base" hangingPunct="0">
        <a:spcBef>
          <a:spcPct val="20000"/>
        </a:spcBef>
        <a:spcAft>
          <a:spcPct val="0"/>
        </a:spcAft>
        <a:buChar char="–"/>
        <a:defRPr sz="2100">
          <a:solidFill>
            <a:schemeClr val="tx1"/>
          </a:solidFill>
          <a:latin typeface="+mn-lt"/>
          <a:ea typeface="MS PGothic" panose="020B0600070205080204" pitchFamily="34" charset="-128"/>
        </a:defRPr>
      </a:lvl2pPr>
      <a:lvl3pPr marL="857250" indent="-171450" algn="l" rtl="0" eaLnBrk="0" fontAlgn="base" hangingPunct="0">
        <a:spcBef>
          <a:spcPct val="20000"/>
        </a:spcBef>
        <a:spcAft>
          <a:spcPct val="0"/>
        </a:spcAft>
        <a:buChar char="•"/>
        <a:defRPr>
          <a:solidFill>
            <a:schemeClr val="tx1"/>
          </a:solidFill>
          <a:latin typeface="+mn-lt"/>
          <a:ea typeface="MS PGothic" panose="020B0600070205080204" pitchFamily="34" charset="-128"/>
        </a:defRPr>
      </a:lvl3pPr>
      <a:lvl4pPr marL="1200150" indent="-171450" algn="l" rtl="0" eaLnBrk="0" fontAlgn="base" hangingPunct="0">
        <a:spcBef>
          <a:spcPct val="20000"/>
        </a:spcBef>
        <a:spcAft>
          <a:spcPct val="0"/>
        </a:spcAft>
        <a:buChar char="–"/>
        <a:defRPr sz="1400">
          <a:solidFill>
            <a:schemeClr val="tx1"/>
          </a:solidFill>
          <a:latin typeface="+mn-lt"/>
          <a:ea typeface="MS PGothic" panose="020B0600070205080204" pitchFamily="34" charset="-128"/>
        </a:defRPr>
      </a:lvl4pPr>
      <a:lvl5pPr marL="1543050" indent="-171450" algn="l" rtl="0" eaLnBrk="0" fontAlgn="base" hangingPunct="0">
        <a:spcBef>
          <a:spcPct val="20000"/>
        </a:spcBef>
        <a:spcAft>
          <a:spcPct val="0"/>
        </a:spcAft>
        <a:buChar char="»"/>
        <a:defRPr sz="1400">
          <a:solidFill>
            <a:schemeClr val="tx1"/>
          </a:solidFill>
          <a:latin typeface="+mn-lt"/>
          <a:ea typeface="MS PGothic" panose="020B0600070205080204" pitchFamily="34" charset="-128"/>
        </a:defRPr>
      </a:lvl5pPr>
      <a:lvl6pPr marL="1885994" indent="-171454" algn="l" rtl="0" fontAlgn="base">
        <a:spcBef>
          <a:spcPct val="20000"/>
        </a:spcBef>
        <a:spcAft>
          <a:spcPct val="0"/>
        </a:spcAft>
        <a:buChar char="»"/>
        <a:defRPr sz="1425">
          <a:solidFill>
            <a:schemeClr val="tx1"/>
          </a:solidFill>
          <a:latin typeface="+mn-lt"/>
          <a:ea typeface="+mn-ea"/>
        </a:defRPr>
      </a:lvl6pPr>
      <a:lvl7pPr marL="2228902" indent="-171454" algn="l" rtl="0" fontAlgn="base">
        <a:spcBef>
          <a:spcPct val="20000"/>
        </a:spcBef>
        <a:spcAft>
          <a:spcPct val="0"/>
        </a:spcAft>
        <a:buChar char="»"/>
        <a:defRPr sz="1425">
          <a:solidFill>
            <a:schemeClr val="tx1"/>
          </a:solidFill>
          <a:latin typeface="+mn-lt"/>
          <a:ea typeface="+mn-ea"/>
        </a:defRPr>
      </a:lvl7pPr>
      <a:lvl8pPr marL="2571810" indent="-171454" algn="l" rtl="0" fontAlgn="base">
        <a:spcBef>
          <a:spcPct val="20000"/>
        </a:spcBef>
        <a:spcAft>
          <a:spcPct val="0"/>
        </a:spcAft>
        <a:buChar char="»"/>
        <a:defRPr sz="1425">
          <a:solidFill>
            <a:schemeClr val="tx1"/>
          </a:solidFill>
          <a:latin typeface="+mn-lt"/>
          <a:ea typeface="+mn-ea"/>
        </a:defRPr>
      </a:lvl8pPr>
      <a:lvl9pPr marL="2914718" indent="-171454" algn="l" rtl="0" fontAlgn="base">
        <a:spcBef>
          <a:spcPct val="20000"/>
        </a:spcBef>
        <a:spcAft>
          <a:spcPct val="0"/>
        </a:spcAft>
        <a:buChar char="»"/>
        <a:defRPr sz="1425">
          <a:solidFill>
            <a:schemeClr val="tx1"/>
          </a:solidFill>
          <a:latin typeface="+mn-lt"/>
          <a:ea typeface="+mn-ea"/>
        </a:defRPr>
      </a:lvl9pPr>
    </p:bodyStyle>
    <p:otherStyle>
      <a:defPPr>
        <a:defRPr lang="en-US"/>
      </a:defPPr>
      <a:lvl1pPr marL="0" algn="l" defTabSz="342908" rtl="0" eaLnBrk="1" latinLnBrk="0" hangingPunct="1">
        <a:defRPr sz="1350" kern="1200">
          <a:solidFill>
            <a:schemeClr val="tx1"/>
          </a:solidFill>
          <a:latin typeface="+mn-lt"/>
          <a:ea typeface="+mn-ea"/>
          <a:cs typeface="+mn-cs"/>
        </a:defRPr>
      </a:lvl1pPr>
      <a:lvl2pPr marL="342908" algn="l" defTabSz="342908" rtl="0" eaLnBrk="1" latinLnBrk="0" hangingPunct="1">
        <a:defRPr sz="1350" kern="1200">
          <a:solidFill>
            <a:schemeClr val="tx1"/>
          </a:solidFill>
          <a:latin typeface="+mn-lt"/>
          <a:ea typeface="+mn-ea"/>
          <a:cs typeface="+mn-cs"/>
        </a:defRPr>
      </a:lvl2pPr>
      <a:lvl3pPr marL="685816" algn="l" defTabSz="342908" rtl="0" eaLnBrk="1" latinLnBrk="0" hangingPunct="1">
        <a:defRPr sz="1350" kern="1200">
          <a:solidFill>
            <a:schemeClr val="tx1"/>
          </a:solidFill>
          <a:latin typeface="+mn-lt"/>
          <a:ea typeface="+mn-ea"/>
          <a:cs typeface="+mn-cs"/>
        </a:defRPr>
      </a:lvl3pPr>
      <a:lvl4pPr marL="1028724" algn="l" defTabSz="342908" rtl="0" eaLnBrk="1" latinLnBrk="0" hangingPunct="1">
        <a:defRPr sz="1350" kern="1200">
          <a:solidFill>
            <a:schemeClr val="tx1"/>
          </a:solidFill>
          <a:latin typeface="+mn-lt"/>
          <a:ea typeface="+mn-ea"/>
          <a:cs typeface="+mn-cs"/>
        </a:defRPr>
      </a:lvl4pPr>
      <a:lvl5pPr marL="1371632" algn="l" defTabSz="342908" rtl="0" eaLnBrk="1" latinLnBrk="0" hangingPunct="1">
        <a:defRPr sz="1350" kern="1200">
          <a:solidFill>
            <a:schemeClr val="tx1"/>
          </a:solidFill>
          <a:latin typeface="+mn-lt"/>
          <a:ea typeface="+mn-ea"/>
          <a:cs typeface="+mn-cs"/>
        </a:defRPr>
      </a:lvl5pPr>
      <a:lvl6pPr marL="1714540" algn="l" defTabSz="342908" rtl="0" eaLnBrk="1" latinLnBrk="0" hangingPunct="1">
        <a:defRPr sz="1350" kern="1200">
          <a:solidFill>
            <a:schemeClr val="tx1"/>
          </a:solidFill>
          <a:latin typeface="+mn-lt"/>
          <a:ea typeface="+mn-ea"/>
          <a:cs typeface="+mn-cs"/>
        </a:defRPr>
      </a:lvl6pPr>
      <a:lvl7pPr marL="2057448" algn="l" defTabSz="342908" rtl="0" eaLnBrk="1" latinLnBrk="0" hangingPunct="1">
        <a:defRPr sz="1350" kern="1200">
          <a:solidFill>
            <a:schemeClr val="tx1"/>
          </a:solidFill>
          <a:latin typeface="+mn-lt"/>
          <a:ea typeface="+mn-ea"/>
          <a:cs typeface="+mn-cs"/>
        </a:defRPr>
      </a:lvl7pPr>
      <a:lvl8pPr marL="2400356" algn="l" defTabSz="342908" rtl="0" eaLnBrk="1" latinLnBrk="0" hangingPunct="1">
        <a:defRPr sz="1350" kern="1200">
          <a:solidFill>
            <a:schemeClr val="tx1"/>
          </a:solidFill>
          <a:latin typeface="+mn-lt"/>
          <a:ea typeface="+mn-ea"/>
          <a:cs typeface="+mn-cs"/>
        </a:defRPr>
      </a:lvl8pPr>
      <a:lvl9pPr marL="2743264" algn="l" defTabSz="342908"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B2C3D1"/>
        </a:solidFill>
        <a:effectLst/>
      </p:bgPr>
    </p:bg>
    <p:spTree>
      <p:nvGrpSpPr>
        <p:cNvPr id="1" name=""/>
        <p:cNvGrpSpPr/>
        <p:nvPr/>
      </p:nvGrpSpPr>
      <p:grpSpPr>
        <a:xfrm>
          <a:off x="0" y="0"/>
          <a:ext cx="0" cy="0"/>
          <a:chOff x="0" y="0"/>
          <a:chExt cx="0" cy="0"/>
        </a:xfrm>
      </p:grpSpPr>
      <p:grpSp>
        <p:nvGrpSpPr>
          <p:cNvPr id="2050" name="Group 5">
            <a:extLst>
              <a:ext uri="{FF2B5EF4-FFF2-40B4-BE49-F238E27FC236}">
                <a16:creationId xmlns:a16="http://schemas.microsoft.com/office/drawing/2014/main" id="{DB747676-3C86-4483-BA71-45C15F27570B}"/>
              </a:ext>
            </a:extLst>
          </p:cNvPr>
          <p:cNvGrpSpPr>
            <a:grpSpLocks/>
          </p:cNvGrpSpPr>
          <p:nvPr userDrawn="1"/>
        </p:nvGrpSpPr>
        <p:grpSpPr bwMode="auto">
          <a:xfrm>
            <a:off x="0" y="0"/>
            <a:ext cx="37490400" cy="24755475"/>
            <a:chOff x="0" y="0"/>
            <a:chExt cx="37490400" cy="24755475"/>
          </a:xfrm>
        </p:grpSpPr>
        <p:sp>
          <p:nvSpPr>
            <p:cNvPr id="6" name="Rectangle 6">
              <a:extLst>
                <a:ext uri="{FF2B5EF4-FFF2-40B4-BE49-F238E27FC236}">
                  <a16:creationId xmlns:a16="http://schemas.microsoft.com/office/drawing/2014/main" id="{A569D886-50DD-409F-9B7D-E3D292B664DB}"/>
                </a:ext>
              </a:extLst>
            </p:cNvPr>
            <p:cNvSpPr>
              <a:spLocks noChangeArrowheads="1"/>
            </p:cNvSpPr>
            <p:nvPr userDrawn="1"/>
          </p:nvSpPr>
          <p:spPr bwMode="auto">
            <a:xfrm>
              <a:off x="0" y="0"/>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28" name="Rectangle 7">
              <a:extLst>
                <a:ext uri="{FF2B5EF4-FFF2-40B4-BE49-F238E27FC236}">
                  <a16:creationId xmlns:a16="http://schemas.microsoft.com/office/drawing/2014/main" id="{56E66DEB-FF61-4E1B-9AFD-67CE3EF613C1}"/>
                </a:ext>
              </a:extLst>
            </p:cNvPr>
            <p:cNvSpPr>
              <a:spLocks noChangeArrowheads="1"/>
            </p:cNvSpPr>
            <p:nvPr userDrawn="1"/>
          </p:nvSpPr>
          <p:spPr bwMode="auto">
            <a:xfrm>
              <a:off x="0" y="0"/>
              <a:ext cx="685800" cy="24688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29" name="Rectangle 23">
              <a:extLst>
                <a:ext uri="{FF2B5EF4-FFF2-40B4-BE49-F238E27FC236}">
                  <a16:creationId xmlns:a16="http://schemas.microsoft.com/office/drawing/2014/main" id="{B748EAAF-39ED-4BC6-BD25-D19E92D691A6}"/>
                </a:ext>
              </a:extLst>
            </p:cNvPr>
            <p:cNvSpPr>
              <a:spLocks noChangeArrowheads="1"/>
            </p:cNvSpPr>
            <p:nvPr userDrawn="1"/>
          </p:nvSpPr>
          <p:spPr bwMode="auto">
            <a:xfrm>
              <a:off x="36804600" y="0"/>
              <a:ext cx="685800" cy="24688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33" name="Rectangle 20">
              <a:extLst>
                <a:ext uri="{FF2B5EF4-FFF2-40B4-BE49-F238E27FC236}">
                  <a16:creationId xmlns:a16="http://schemas.microsoft.com/office/drawing/2014/main" id="{B79FD1C4-43A1-4EEF-8D35-ECA74FD9B537}"/>
                </a:ext>
              </a:extLst>
            </p:cNvPr>
            <p:cNvSpPr>
              <a:spLocks noChangeArrowheads="1"/>
            </p:cNvSpPr>
            <p:nvPr userDrawn="1"/>
          </p:nvSpPr>
          <p:spPr bwMode="auto">
            <a:xfrm>
              <a:off x="0" y="24069675"/>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grpSp>
      <p:sp>
        <p:nvSpPr>
          <p:cNvPr id="1027" name="Rectangle 21">
            <a:extLst>
              <a:ext uri="{FF2B5EF4-FFF2-40B4-BE49-F238E27FC236}">
                <a16:creationId xmlns:a16="http://schemas.microsoft.com/office/drawing/2014/main" id="{CBB6E22B-E0DB-4D24-B426-5A2086EBD57B}"/>
              </a:ext>
            </a:extLst>
          </p:cNvPr>
          <p:cNvSpPr>
            <a:spLocks noChangeArrowheads="1"/>
          </p:cNvSpPr>
          <p:nvPr userDrawn="1"/>
        </p:nvSpPr>
        <p:spPr bwMode="auto">
          <a:xfrm>
            <a:off x="14288" y="24069675"/>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2" name="Rectangle 36">
            <a:extLst>
              <a:ext uri="{FF2B5EF4-FFF2-40B4-BE49-F238E27FC236}">
                <a16:creationId xmlns:a16="http://schemas.microsoft.com/office/drawing/2014/main" id="{669FA7A3-7E8D-4715-8904-8002C51CF198}"/>
              </a:ext>
            </a:extLst>
          </p:cNvPr>
          <p:cNvSpPr>
            <a:spLocks noChangeArrowheads="1"/>
          </p:cNvSpPr>
          <p:nvPr userDrawn="1"/>
        </p:nvSpPr>
        <p:spPr bwMode="auto">
          <a:xfrm>
            <a:off x="685800" y="685800"/>
            <a:ext cx="36118800" cy="2914650"/>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3" name="Rectangle 9">
            <a:extLst>
              <a:ext uri="{FF2B5EF4-FFF2-40B4-BE49-F238E27FC236}">
                <a16:creationId xmlns:a16="http://schemas.microsoft.com/office/drawing/2014/main" id="{F52C8019-A3B0-42FA-B2D8-10083E48BD8F}"/>
              </a:ext>
            </a:extLst>
          </p:cNvPr>
          <p:cNvSpPr>
            <a:spLocks noChangeArrowheads="1"/>
          </p:cNvSpPr>
          <p:nvPr userDrawn="1"/>
        </p:nvSpPr>
        <p:spPr bwMode="auto">
          <a:xfrm>
            <a:off x="685800" y="3600450"/>
            <a:ext cx="36118800" cy="133350"/>
          </a:xfrm>
          <a:prstGeom prst="rect">
            <a:avLst/>
          </a:prstGeom>
          <a:solidFill>
            <a:srgbClr val="003767"/>
          </a:solidFill>
          <a:ln>
            <a:noFill/>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4" name="Rectangle 33">
            <a:extLst>
              <a:ext uri="{FF2B5EF4-FFF2-40B4-BE49-F238E27FC236}">
                <a16:creationId xmlns:a16="http://schemas.microsoft.com/office/drawing/2014/main" id="{7DF4272A-8C3D-462F-98BF-9039E5D81590}"/>
              </a:ext>
            </a:extLst>
          </p:cNvPr>
          <p:cNvSpPr>
            <a:spLocks noChangeArrowheads="1"/>
          </p:cNvSpPr>
          <p:nvPr userDrawn="1"/>
        </p:nvSpPr>
        <p:spPr bwMode="auto">
          <a:xfrm>
            <a:off x="1169988" y="4062413"/>
            <a:ext cx="8213725" cy="19559587"/>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5" name="Rectangle 32">
            <a:extLst>
              <a:ext uri="{FF2B5EF4-FFF2-40B4-BE49-F238E27FC236}">
                <a16:creationId xmlns:a16="http://schemas.microsoft.com/office/drawing/2014/main" id="{156225D0-C62D-44DA-BD49-2C7B0B7F6632}"/>
              </a:ext>
            </a:extLst>
          </p:cNvPr>
          <p:cNvSpPr>
            <a:spLocks noChangeArrowheads="1"/>
          </p:cNvSpPr>
          <p:nvPr userDrawn="1"/>
        </p:nvSpPr>
        <p:spPr bwMode="auto">
          <a:xfrm>
            <a:off x="10007600" y="4062413"/>
            <a:ext cx="8450263" cy="19559587"/>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1034" name="Rectangle 34">
            <a:extLst>
              <a:ext uri="{FF2B5EF4-FFF2-40B4-BE49-F238E27FC236}">
                <a16:creationId xmlns:a16="http://schemas.microsoft.com/office/drawing/2014/main" id="{77AFF851-0C6C-42B1-B59D-8A7871A978C4}"/>
              </a:ext>
            </a:extLst>
          </p:cNvPr>
          <p:cNvSpPr>
            <a:spLocks noChangeArrowheads="1"/>
          </p:cNvSpPr>
          <p:nvPr userDrawn="1"/>
        </p:nvSpPr>
        <p:spPr bwMode="auto">
          <a:xfrm>
            <a:off x="19083338" y="4062413"/>
            <a:ext cx="17237075" cy="19559587"/>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ctr" rtl="0" eaLnBrk="0" fontAlgn="base" hangingPunct="0">
        <a:spcBef>
          <a:spcPct val="0"/>
        </a:spcBef>
        <a:spcAft>
          <a:spcPct val="0"/>
        </a:spcAft>
        <a:defRPr sz="6400">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2pPr>
      <a:lvl3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3pPr>
      <a:lvl4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4pPr>
      <a:lvl5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5pPr>
      <a:lvl6pPr marL="342908" algn="ctr" rtl="0" fontAlgn="base">
        <a:spcBef>
          <a:spcPct val="0"/>
        </a:spcBef>
        <a:spcAft>
          <a:spcPct val="0"/>
        </a:spcAft>
        <a:defRPr sz="6451">
          <a:solidFill>
            <a:schemeClr val="tx2"/>
          </a:solidFill>
          <a:latin typeface="Arial Black" charset="0"/>
          <a:ea typeface="ＭＳ Ｐゴシック" charset="0"/>
        </a:defRPr>
      </a:lvl6pPr>
      <a:lvl7pPr marL="685816" algn="ctr" rtl="0" fontAlgn="base">
        <a:spcBef>
          <a:spcPct val="0"/>
        </a:spcBef>
        <a:spcAft>
          <a:spcPct val="0"/>
        </a:spcAft>
        <a:defRPr sz="6451">
          <a:solidFill>
            <a:schemeClr val="tx2"/>
          </a:solidFill>
          <a:latin typeface="Arial Black" charset="0"/>
          <a:ea typeface="ＭＳ Ｐゴシック" charset="0"/>
        </a:defRPr>
      </a:lvl7pPr>
      <a:lvl8pPr marL="1028724" algn="ctr" rtl="0" fontAlgn="base">
        <a:spcBef>
          <a:spcPct val="0"/>
        </a:spcBef>
        <a:spcAft>
          <a:spcPct val="0"/>
        </a:spcAft>
        <a:defRPr sz="6451">
          <a:solidFill>
            <a:schemeClr val="tx2"/>
          </a:solidFill>
          <a:latin typeface="Arial Black" charset="0"/>
          <a:ea typeface="ＭＳ Ｐゴシック" charset="0"/>
        </a:defRPr>
      </a:lvl8pPr>
      <a:lvl9pPr marL="1371632" algn="ctr" rtl="0" fontAlgn="base">
        <a:spcBef>
          <a:spcPct val="0"/>
        </a:spcBef>
        <a:spcAft>
          <a:spcPct val="0"/>
        </a:spcAft>
        <a:defRPr sz="6451">
          <a:solidFill>
            <a:schemeClr val="tx2"/>
          </a:solidFill>
          <a:latin typeface="Arial Black" charset="0"/>
          <a:ea typeface="ＭＳ Ｐゴシック" charset="0"/>
        </a:defRPr>
      </a:lvl9pPr>
    </p:titleStyle>
    <p:bodyStyle>
      <a:lvl1pPr marL="257175" indent="-257175" algn="l" rtl="0" eaLnBrk="0" fontAlgn="base" hangingPunct="0">
        <a:spcBef>
          <a:spcPct val="20000"/>
        </a:spcBef>
        <a:spcAft>
          <a:spcPct val="0"/>
        </a:spcAft>
        <a:buChar char="•"/>
        <a:defRPr sz="2100">
          <a:solidFill>
            <a:schemeClr val="tx1"/>
          </a:solidFill>
          <a:latin typeface="+mn-lt"/>
          <a:ea typeface="MS PGothic" panose="020B0600070205080204" pitchFamily="34" charset="-128"/>
          <a:cs typeface="ＭＳ Ｐゴシック" charset="0"/>
        </a:defRPr>
      </a:lvl1pPr>
      <a:lvl2pPr marL="554038" indent="-211138" algn="l" rtl="0" eaLnBrk="0" fontAlgn="base" hangingPunct="0">
        <a:spcBef>
          <a:spcPct val="20000"/>
        </a:spcBef>
        <a:spcAft>
          <a:spcPct val="0"/>
        </a:spcAft>
        <a:buChar char="–"/>
        <a:defRPr sz="2100">
          <a:solidFill>
            <a:schemeClr val="tx1"/>
          </a:solidFill>
          <a:latin typeface="+mn-lt"/>
          <a:ea typeface="MS PGothic" panose="020B0600070205080204" pitchFamily="34" charset="-128"/>
        </a:defRPr>
      </a:lvl2pPr>
      <a:lvl3pPr marL="857250" indent="-171450" algn="l" rtl="0" eaLnBrk="0" fontAlgn="base" hangingPunct="0">
        <a:spcBef>
          <a:spcPct val="20000"/>
        </a:spcBef>
        <a:spcAft>
          <a:spcPct val="0"/>
        </a:spcAft>
        <a:buChar char="•"/>
        <a:defRPr>
          <a:solidFill>
            <a:schemeClr val="tx1"/>
          </a:solidFill>
          <a:latin typeface="+mn-lt"/>
          <a:ea typeface="MS PGothic" panose="020B0600070205080204" pitchFamily="34" charset="-128"/>
        </a:defRPr>
      </a:lvl3pPr>
      <a:lvl4pPr marL="1200150" indent="-171450" algn="l" rtl="0" eaLnBrk="0" fontAlgn="base" hangingPunct="0">
        <a:spcBef>
          <a:spcPct val="20000"/>
        </a:spcBef>
        <a:spcAft>
          <a:spcPct val="0"/>
        </a:spcAft>
        <a:buChar char="–"/>
        <a:defRPr sz="1400">
          <a:solidFill>
            <a:schemeClr val="tx1"/>
          </a:solidFill>
          <a:latin typeface="+mn-lt"/>
          <a:ea typeface="MS PGothic" panose="020B0600070205080204" pitchFamily="34" charset="-128"/>
        </a:defRPr>
      </a:lvl4pPr>
      <a:lvl5pPr marL="1543050" indent="-171450" algn="l" rtl="0" eaLnBrk="0" fontAlgn="base" hangingPunct="0">
        <a:spcBef>
          <a:spcPct val="20000"/>
        </a:spcBef>
        <a:spcAft>
          <a:spcPct val="0"/>
        </a:spcAft>
        <a:buChar char="»"/>
        <a:defRPr sz="1400">
          <a:solidFill>
            <a:schemeClr val="tx1"/>
          </a:solidFill>
          <a:latin typeface="+mn-lt"/>
          <a:ea typeface="MS PGothic" panose="020B0600070205080204" pitchFamily="34" charset="-128"/>
        </a:defRPr>
      </a:lvl5pPr>
      <a:lvl6pPr marL="1885994" indent="-171454" algn="l" rtl="0" fontAlgn="base">
        <a:spcBef>
          <a:spcPct val="20000"/>
        </a:spcBef>
        <a:spcAft>
          <a:spcPct val="0"/>
        </a:spcAft>
        <a:buChar char="»"/>
        <a:defRPr sz="1425">
          <a:solidFill>
            <a:schemeClr val="tx1"/>
          </a:solidFill>
          <a:latin typeface="+mn-lt"/>
          <a:ea typeface="+mn-ea"/>
        </a:defRPr>
      </a:lvl6pPr>
      <a:lvl7pPr marL="2228902" indent="-171454" algn="l" rtl="0" fontAlgn="base">
        <a:spcBef>
          <a:spcPct val="20000"/>
        </a:spcBef>
        <a:spcAft>
          <a:spcPct val="0"/>
        </a:spcAft>
        <a:buChar char="»"/>
        <a:defRPr sz="1425">
          <a:solidFill>
            <a:schemeClr val="tx1"/>
          </a:solidFill>
          <a:latin typeface="+mn-lt"/>
          <a:ea typeface="+mn-ea"/>
        </a:defRPr>
      </a:lvl7pPr>
      <a:lvl8pPr marL="2571810" indent="-171454" algn="l" rtl="0" fontAlgn="base">
        <a:spcBef>
          <a:spcPct val="20000"/>
        </a:spcBef>
        <a:spcAft>
          <a:spcPct val="0"/>
        </a:spcAft>
        <a:buChar char="»"/>
        <a:defRPr sz="1425">
          <a:solidFill>
            <a:schemeClr val="tx1"/>
          </a:solidFill>
          <a:latin typeface="+mn-lt"/>
          <a:ea typeface="+mn-ea"/>
        </a:defRPr>
      </a:lvl8pPr>
      <a:lvl9pPr marL="2914718" indent="-171454" algn="l" rtl="0" fontAlgn="base">
        <a:spcBef>
          <a:spcPct val="20000"/>
        </a:spcBef>
        <a:spcAft>
          <a:spcPct val="0"/>
        </a:spcAft>
        <a:buChar char="»"/>
        <a:defRPr sz="1425">
          <a:solidFill>
            <a:schemeClr val="tx1"/>
          </a:solidFill>
          <a:latin typeface="+mn-lt"/>
          <a:ea typeface="+mn-ea"/>
        </a:defRPr>
      </a:lvl9pPr>
    </p:bodyStyle>
    <p:otherStyle>
      <a:defPPr>
        <a:defRPr lang="en-US"/>
      </a:defPPr>
      <a:lvl1pPr marL="0" algn="l" defTabSz="342908" rtl="0" eaLnBrk="1" latinLnBrk="0" hangingPunct="1">
        <a:defRPr sz="1350" kern="1200">
          <a:solidFill>
            <a:schemeClr val="tx1"/>
          </a:solidFill>
          <a:latin typeface="+mn-lt"/>
          <a:ea typeface="+mn-ea"/>
          <a:cs typeface="+mn-cs"/>
        </a:defRPr>
      </a:lvl1pPr>
      <a:lvl2pPr marL="342908" algn="l" defTabSz="342908" rtl="0" eaLnBrk="1" latinLnBrk="0" hangingPunct="1">
        <a:defRPr sz="1350" kern="1200">
          <a:solidFill>
            <a:schemeClr val="tx1"/>
          </a:solidFill>
          <a:latin typeface="+mn-lt"/>
          <a:ea typeface="+mn-ea"/>
          <a:cs typeface="+mn-cs"/>
        </a:defRPr>
      </a:lvl2pPr>
      <a:lvl3pPr marL="685816" algn="l" defTabSz="342908" rtl="0" eaLnBrk="1" latinLnBrk="0" hangingPunct="1">
        <a:defRPr sz="1350" kern="1200">
          <a:solidFill>
            <a:schemeClr val="tx1"/>
          </a:solidFill>
          <a:latin typeface="+mn-lt"/>
          <a:ea typeface="+mn-ea"/>
          <a:cs typeface="+mn-cs"/>
        </a:defRPr>
      </a:lvl3pPr>
      <a:lvl4pPr marL="1028724" algn="l" defTabSz="342908" rtl="0" eaLnBrk="1" latinLnBrk="0" hangingPunct="1">
        <a:defRPr sz="1350" kern="1200">
          <a:solidFill>
            <a:schemeClr val="tx1"/>
          </a:solidFill>
          <a:latin typeface="+mn-lt"/>
          <a:ea typeface="+mn-ea"/>
          <a:cs typeface="+mn-cs"/>
        </a:defRPr>
      </a:lvl4pPr>
      <a:lvl5pPr marL="1371632" algn="l" defTabSz="342908" rtl="0" eaLnBrk="1" latinLnBrk="0" hangingPunct="1">
        <a:defRPr sz="1350" kern="1200">
          <a:solidFill>
            <a:schemeClr val="tx1"/>
          </a:solidFill>
          <a:latin typeface="+mn-lt"/>
          <a:ea typeface="+mn-ea"/>
          <a:cs typeface="+mn-cs"/>
        </a:defRPr>
      </a:lvl5pPr>
      <a:lvl6pPr marL="1714540" algn="l" defTabSz="342908" rtl="0" eaLnBrk="1" latinLnBrk="0" hangingPunct="1">
        <a:defRPr sz="1350" kern="1200">
          <a:solidFill>
            <a:schemeClr val="tx1"/>
          </a:solidFill>
          <a:latin typeface="+mn-lt"/>
          <a:ea typeface="+mn-ea"/>
          <a:cs typeface="+mn-cs"/>
        </a:defRPr>
      </a:lvl6pPr>
      <a:lvl7pPr marL="2057448" algn="l" defTabSz="342908" rtl="0" eaLnBrk="1" latinLnBrk="0" hangingPunct="1">
        <a:defRPr sz="1350" kern="1200">
          <a:solidFill>
            <a:schemeClr val="tx1"/>
          </a:solidFill>
          <a:latin typeface="+mn-lt"/>
          <a:ea typeface="+mn-ea"/>
          <a:cs typeface="+mn-cs"/>
        </a:defRPr>
      </a:lvl7pPr>
      <a:lvl8pPr marL="2400356" algn="l" defTabSz="342908" rtl="0" eaLnBrk="1" latinLnBrk="0" hangingPunct="1">
        <a:defRPr sz="1350" kern="1200">
          <a:solidFill>
            <a:schemeClr val="tx1"/>
          </a:solidFill>
          <a:latin typeface="+mn-lt"/>
          <a:ea typeface="+mn-ea"/>
          <a:cs typeface="+mn-cs"/>
        </a:defRPr>
      </a:lvl8pPr>
      <a:lvl9pPr marL="2743264" algn="l" defTabSz="342908"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2C3D1"/>
        </a:solidFill>
        <a:effectLst/>
      </p:bgPr>
    </p:bg>
    <p:spTree>
      <p:nvGrpSpPr>
        <p:cNvPr id="1" name=""/>
        <p:cNvGrpSpPr/>
        <p:nvPr/>
      </p:nvGrpSpPr>
      <p:grpSpPr>
        <a:xfrm>
          <a:off x="0" y="0"/>
          <a:ext cx="0" cy="0"/>
          <a:chOff x="0" y="0"/>
          <a:chExt cx="0" cy="0"/>
        </a:xfrm>
      </p:grpSpPr>
      <p:grpSp>
        <p:nvGrpSpPr>
          <p:cNvPr id="3074" name="Group 5">
            <a:extLst>
              <a:ext uri="{FF2B5EF4-FFF2-40B4-BE49-F238E27FC236}">
                <a16:creationId xmlns:a16="http://schemas.microsoft.com/office/drawing/2014/main" id="{65A28CE9-3F53-4C29-A2E3-32E1DA41786A}"/>
              </a:ext>
            </a:extLst>
          </p:cNvPr>
          <p:cNvGrpSpPr>
            <a:grpSpLocks/>
          </p:cNvGrpSpPr>
          <p:nvPr userDrawn="1"/>
        </p:nvGrpSpPr>
        <p:grpSpPr bwMode="auto">
          <a:xfrm>
            <a:off x="0" y="0"/>
            <a:ext cx="37490400" cy="24755475"/>
            <a:chOff x="0" y="0"/>
            <a:chExt cx="37490400" cy="24755475"/>
          </a:xfrm>
        </p:grpSpPr>
        <p:sp>
          <p:nvSpPr>
            <p:cNvPr id="6" name="Rectangle 6">
              <a:extLst>
                <a:ext uri="{FF2B5EF4-FFF2-40B4-BE49-F238E27FC236}">
                  <a16:creationId xmlns:a16="http://schemas.microsoft.com/office/drawing/2014/main" id="{52A66BFD-9B38-4E1E-8F14-33FABD697AB8}"/>
                </a:ext>
              </a:extLst>
            </p:cNvPr>
            <p:cNvSpPr>
              <a:spLocks noChangeArrowheads="1"/>
            </p:cNvSpPr>
            <p:nvPr userDrawn="1"/>
          </p:nvSpPr>
          <p:spPr bwMode="auto">
            <a:xfrm>
              <a:off x="0" y="0"/>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28" name="Rectangle 7">
              <a:extLst>
                <a:ext uri="{FF2B5EF4-FFF2-40B4-BE49-F238E27FC236}">
                  <a16:creationId xmlns:a16="http://schemas.microsoft.com/office/drawing/2014/main" id="{A8ADBBE0-E6FD-4FB0-8738-03413499A2FD}"/>
                </a:ext>
              </a:extLst>
            </p:cNvPr>
            <p:cNvSpPr>
              <a:spLocks noChangeArrowheads="1"/>
            </p:cNvSpPr>
            <p:nvPr userDrawn="1"/>
          </p:nvSpPr>
          <p:spPr bwMode="auto">
            <a:xfrm>
              <a:off x="0" y="0"/>
              <a:ext cx="685800" cy="24688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29" name="Rectangle 23">
              <a:extLst>
                <a:ext uri="{FF2B5EF4-FFF2-40B4-BE49-F238E27FC236}">
                  <a16:creationId xmlns:a16="http://schemas.microsoft.com/office/drawing/2014/main" id="{9A1A6B9B-0ACD-47CE-B4BE-FF6AEA82002C}"/>
                </a:ext>
              </a:extLst>
            </p:cNvPr>
            <p:cNvSpPr>
              <a:spLocks noChangeArrowheads="1"/>
            </p:cNvSpPr>
            <p:nvPr userDrawn="1"/>
          </p:nvSpPr>
          <p:spPr bwMode="auto">
            <a:xfrm>
              <a:off x="36804600" y="0"/>
              <a:ext cx="685800" cy="24688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33" name="Rectangle 20">
              <a:extLst>
                <a:ext uri="{FF2B5EF4-FFF2-40B4-BE49-F238E27FC236}">
                  <a16:creationId xmlns:a16="http://schemas.microsoft.com/office/drawing/2014/main" id="{3948A35B-8E6A-4678-BD63-1FF08E9AA7C2}"/>
                </a:ext>
              </a:extLst>
            </p:cNvPr>
            <p:cNvSpPr>
              <a:spLocks noChangeArrowheads="1"/>
            </p:cNvSpPr>
            <p:nvPr userDrawn="1"/>
          </p:nvSpPr>
          <p:spPr bwMode="auto">
            <a:xfrm>
              <a:off x="0" y="24069675"/>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grpSp>
      <p:sp>
        <p:nvSpPr>
          <p:cNvPr id="1027" name="Rectangle 21">
            <a:extLst>
              <a:ext uri="{FF2B5EF4-FFF2-40B4-BE49-F238E27FC236}">
                <a16:creationId xmlns:a16="http://schemas.microsoft.com/office/drawing/2014/main" id="{0F612476-FD2E-4BC0-BE5B-A37EFEC8A62C}"/>
              </a:ext>
            </a:extLst>
          </p:cNvPr>
          <p:cNvSpPr>
            <a:spLocks noChangeArrowheads="1"/>
          </p:cNvSpPr>
          <p:nvPr userDrawn="1"/>
        </p:nvSpPr>
        <p:spPr bwMode="auto">
          <a:xfrm>
            <a:off x="14288" y="24069675"/>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2" name="Rectangle 36">
            <a:extLst>
              <a:ext uri="{FF2B5EF4-FFF2-40B4-BE49-F238E27FC236}">
                <a16:creationId xmlns:a16="http://schemas.microsoft.com/office/drawing/2014/main" id="{9CAF8419-D2B2-4011-9943-A77FB370B983}"/>
              </a:ext>
            </a:extLst>
          </p:cNvPr>
          <p:cNvSpPr>
            <a:spLocks noChangeArrowheads="1"/>
          </p:cNvSpPr>
          <p:nvPr userDrawn="1"/>
        </p:nvSpPr>
        <p:spPr bwMode="auto">
          <a:xfrm>
            <a:off x="685800" y="685800"/>
            <a:ext cx="36118800" cy="2914650"/>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3" name="Rectangle 9">
            <a:extLst>
              <a:ext uri="{FF2B5EF4-FFF2-40B4-BE49-F238E27FC236}">
                <a16:creationId xmlns:a16="http://schemas.microsoft.com/office/drawing/2014/main" id="{E553EC5B-1A70-427D-B722-81B5A9E016E9}"/>
              </a:ext>
            </a:extLst>
          </p:cNvPr>
          <p:cNvSpPr>
            <a:spLocks noChangeArrowheads="1"/>
          </p:cNvSpPr>
          <p:nvPr userDrawn="1"/>
        </p:nvSpPr>
        <p:spPr bwMode="auto">
          <a:xfrm>
            <a:off x="685800" y="3600450"/>
            <a:ext cx="36118800" cy="133350"/>
          </a:xfrm>
          <a:prstGeom prst="rect">
            <a:avLst/>
          </a:prstGeom>
          <a:solidFill>
            <a:srgbClr val="003767"/>
          </a:solidFill>
          <a:ln>
            <a:noFill/>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4" name="Rectangle 33">
            <a:extLst>
              <a:ext uri="{FF2B5EF4-FFF2-40B4-BE49-F238E27FC236}">
                <a16:creationId xmlns:a16="http://schemas.microsoft.com/office/drawing/2014/main" id="{C14403AB-A719-4418-A58B-603A8FD04DF2}"/>
              </a:ext>
            </a:extLst>
          </p:cNvPr>
          <p:cNvSpPr>
            <a:spLocks noChangeArrowheads="1"/>
          </p:cNvSpPr>
          <p:nvPr userDrawn="1"/>
        </p:nvSpPr>
        <p:spPr bwMode="auto">
          <a:xfrm>
            <a:off x="1169988" y="4062413"/>
            <a:ext cx="8213725" cy="19559587"/>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5" name="Rectangle 32">
            <a:extLst>
              <a:ext uri="{FF2B5EF4-FFF2-40B4-BE49-F238E27FC236}">
                <a16:creationId xmlns:a16="http://schemas.microsoft.com/office/drawing/2014/main" id="{136293D0-CD2F-4CA7-BB2F-3F0E3335618D}"/>
              </a:ext>
            </a:extLst>
          </p:cNvPr>
          <p:cNvSpPr>
            <a:spLocks noChangeArrowheads="1"/>
          </p:cNvSpPr>
          <p:nvPr userDrawn="1"/>
        </p:nvSpPr>
        <p:spPr bwMode="auto">
          <a:xfrm>
            <a:off x="10007600" y="4062413"/>
            <a:ext cx="17524413" cy="19559587"/>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1035" name="Rectangle 35">
            <a:extLst>
              <a:ext uri="{FF2B5EF4-FFF2-40B4-BE49-F238E27FC236}">
                <a16:creationId xmlns:a16="http://schemas.microsoft.com/office/drawing/2014/main" id="{2D96B433-2790-4087-B986-7E71326DCF08}"/>
              </a:ext>
            </a:extLst>
          </p:cNvPr>
          <p:cNvSpPr>
            <a:spLocks noChangeArrowheads="1"/>
          </p:cNvSpPr>
          <p:nvPr userDrawn="1"/>
        </p:nvSpPr>
        <p:spPr bwMode="auto">
          <a:xfrm>
            <a:off x="28105100" y="4062413"/>
            <a:ext cx="8215313" cy="19559587"/>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Tree>
  </p:cSld>
  <p:clrMap bg1="lt1" tx1="dk1" bg2="lt2" tx2="dk2" accent1="accent1" accent2="accent2" accent3="accent3" accent4="accent4" accent5="accent5" accent6="accent6" hlink="hlink" folHlink="folHlink"/>
  <p:sldLayoutIdLst>
    <p:sldLayoutId id="2147483694" r:id="rId1"/>
  </p:sldLayoutIdLst>
  <p:txStyles>
    <p:titleStyle>
      <a:lvl1pPr algn="ctr" rtl="0" eaLnBrk="0" fontAlgn="base" hangingPunct="0">
        <a:spcBef>
          <a:spcPct val="0"/>
        </a:spcBef>
        <a:spcAft>
          <a:spcPct val="0"/>
        </a:spcAft>
        <a:defRPr sz="6400">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2pPr>
      <a:lvl3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3pPr>
      <a:lvl4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4pPr>
      <a:lvl5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5pPr>
      <a:lvl6pPr marL="342908" algn="ctr" rtl="0" fontAlgn="base">
        <a:spcBef>
          <a:spcPct val="0"/>
        </a:spcBef>
        <a:spcAft>
          <a:spcPct val="0"/>
        </a:spcAft>
        <a:defRPr sz="6451">
          <a:solidFill>
            <a:schemeClr val="tx2"/>
          </a:solidFill>
          <a:latin typeface="Arial Black" charset="0"/>
          <a:ea typeface="ＭＳ Ｐゴシック" charset="0"/>
        </a:defRPr>
      </a:lvl6pPr>
      <a:lvl7pPr marL="685816" algn="ctr" rtl="0" fontAlgn="base">
        <a:spcBef>
          <a:spcPct val="0"/>
        </a:spcBef>
        <a:spcAft>
          <a:spcPct val="0"/>
        </a:spcAft>
        <a:defRPr sz="6451">
          <a:solidFill>
            <a:schemeClr val="tx2"/>
          </a:solidFill>
          <a:latin typeface="Arial Black" charset="0"/>
          <a:ea typeface="ＭＳ Ｐゴシック" charset="0"/>
        </a:defRPr>
      </a:lvl7pPr>
      <a:lvl8pPr marL="1028724" algn="ctr" rtl="0" fontAlgn="base">
        <a:spcBef>
          <a:spcPct val="0"/>
        </a:spcBef>
        <a:spcAft>
          <a:spcPct val="0"/>
        </a:spcAft>
        <a:defRPr sz="6451">
          <a:solidFill>
            <a:schemeClr val="tx2"/>
          </a:solidFill>
          <a:latin typeface="Arial Black" charset="0"/>
          <a:ea typeface="ＭＳ Ｐゴシック" charset="0"/>
        </a:defRPr>
      </a:lvl8pPr>
      <a:lvl9pPr marL="1371632" algn="ctr" rtl="0" fontAlgn="base">
        <a:spcBef>
          <a:spcPct val="0"/>
        </a:spcBef>
        <a:spcAft>
          <a:spcPct val="0"/>
        </a:spcAft>
        <a:defRPr sz="6451">
          <a:solidFill>
            <a:schemeClr val="tx2"/>
          </a:solidFill>
          <a:latin typeface="Arial Black" charset="0"/>
          <a:ea typeface="ＭＳ Ｐゴシック" charset="0"/>
        </a:defRPr>
      </a:lvl9pPr>
    </p:titleStyle>
    <p:bodyStyle>
      <a:lvl1pPr marL="257175" indent="-257175" algn="l" rtl="0" eaLnBrk="0" fontAlgn="base" hangingPunct="0">
        <a:spcBef>
          <a:spcPct val="20000"/>
        </a:spcBef>
        <a:spcAft>
          <a:spcPct val="0"/>
        </a:spcAft>
        <a:buChar char="•"/>
        <a:defRPr sz="2100">
          <a:solidFill>
            <a:schemeClr val="tx1"/>
          </a:solidFill>
          <a:latin typeface="+mn-lt"/>
          <a:ea typeface="MS PGothic" panose="020B0600070205080204" pitchFamily="34" charset="-128"/>
          <a:cs typeface="ＭＳ Ｐゴシック" charset="0"/>
        </a:defRPr>
      </a:lvl1pPr>
      <a:lvl2pPr marL="554038" indent="-211138" algn="l" rtl="0" eaLnBrk="0" fontAlgn="base" hangingPunct="0">
        <a:spcBef>
          <a:spcPct val="20000"/>
        </a:spcBef>
        <a:spcAft>
          <a:spcPct val="0"/>
        </a:spcAft>
        <a:buChar char="–"/>
        <a:defRPr sz="2100">
          <a:solidFill>
            <a:schemeClr val="tx1"/>
          </a:solidFill>
          <a:latin typeface="+mn-lt"/>
          <a:ea typeface="MS PGothic" panose="020B0600070205080204" pitchFamily="34" charset="-128"/>
        </a:defRPr>
      </a:lvl2pPr>
      <a:lvl3pPr marL="857250" indent="-171450" algn="l" rtl="0" eaLnBrk="0" fontAlgn="base" hangingPunct="0">
        <a:spcBef>
          <a:spcPct val="20000"/>
        </a:spcBef>
        <a:spcAft>
          <a:spcPct val="0"/>
        </a:spcAft>
        <a:buChar char="•"/>
        <a:defRPr>
          <a:solidFill>
            <a:schemeClr val="tx1"/>
          </a:solidFill>
          <a:latin typeface="+mn-lt"/>
          <a:ea typeface="MS PGothic" panose="020B0600070205080204" pitchFamily="34" charset="-128"/>
        </a:defRPr>
      </a:lvl3pPr>
      <a:lvl4pPr marL="1200150" indent="-171450" algn="l" rtl="0" eaLnBrk="0" fontAlgn="base" hangingPunct="0">
        <a:spcBef>
          <a:spcPct val="20000"/>
        </a:spcBef>
        <a:spcAft>
          <a:spcPct val="0"/>
        </a:spcAft>
        <a:buChar char="–"/>
        <a:defRPr sz="1400">
          <a:solidFill>
            <a:schemeClr val="tx1"/>
          </a:solidFill>
          <a:latin typeface="+mn-lt"/>
          <a:ea typeface="MS PGothic" panose="020B0600070205080204" pitchFamily="34" charset="-128"/>
        </a:defRPr>
      </a:lvl4pPr>
      <a:lvl5pPr marL="1543050" indent="-171450" algn="l" rtl="0" eaLnBrk="0" fontAlgn="base" hangingPunct="0">
        <a:spcBef>
          <a:spcPct val="20000"/>
        </a:spcBef>
        <a:spcAft>
          <a:spcPct val="0"/>
        </a:spcAft>
        <a:buChar char="»"/>
        <a:defRPr sz="1400">
          <a:solidFill>
            <a:schemeClr val="tx1"/>
          </a:solidFill>
          <a:latin typeface="+mn-lt"/>
          <a:ea typeface="MS PGothic" panose="020B0600070205080204" pitchFamily="34" charset="-128"/>
        </a:defRPr>
      </a:lvl5pPr>
      <a:lvl6pPr marL="1885994" indent="-171454" algn="l" rtl="0" fontAlgn="base">
        <a:spcBef>
          <a:spcPct val="20000"/>
        </a:spcBef>
        <a:spcAft>
          <a:spcPct val="0"/>
        </a:spcAft>
        <a:buChar char="»"/>
        <a:defRPr sz="1425">
          <a:solidFill>
            <a:schemeClr val="tx1"/>
          </a:solidFill>
          <a:latin typeface="+mn-lt"/>
          <a:ea typeface="+mn-ea"/>
        </a:defRPr>
      </a:lvl6pPr>
      <a:lvl7pPr marL="2228902" indent="-171454" algn="l" rtl="0" fontAlgn="base">
        <a:spcBef>
          <a:spcPct val="20000"/>
        </a:spcBef>
        <a:spcAft>
          <a:spcPct val="0"/>
        </a:spcAft>
        <a:buChar char="»"/>
        <a:defRPr sz="1425">
          <a:solidFill>
            <a:schemeClr val="tx1"/>
          </a:solidFill>
          <a:latin typeface="+mn-lt"/>
          <a:ea typeface="+mn-ea"/>
        </a:defRPr>
      </a:lvl7pPr>
      <a:lvl8pPr marL="2571810" indent="-171454" algn="l" rtl="0" fontAlgn="base">
        <a:spcBef>
          <a:spcPct val="20000"/>
        </a:spcBef>
        <a:spcAft>
          <a:spcPct val="0"/>
        </a:spcAft>
        <a:buChar char="»"/>
        <a:defRPr sz="1425">
          <a:solidFill>
            <a:schemeClr val="tx1"/>
          </a:solidFill>
          <a:latin typeface="+mn-lt"/>
          <a:ea typeface="+mn-ea"/>
        </a:defRPr>
      </a:lvl8pPr>
      <a:lvl9pPr marL="2914718" indent="-171454" algn="l" rtl="0" fontAlgn="base">
        <a:spcBef>
          <a:spcPct val="20000"/>
        </a:spcBef>
        <a:spcAft>
          <a:spcPct val="0"/>
        </a:spcAft>
        <a:buChar char="»"/>
        <a:defRPr sz="1425">
          <a:solidFill>
            <a:schemeClr val="tx1"/>
          </a:solidFill>
          <a:latin typeface="+mn-lt"/>
          <a:ea typeface="+mn-ea"/>
        </a:defRPr>
      </a:lvl9pPr>
    </p:bodyStyle>
    <p:otherStyle>
      <a:defPPr>
        <a:defRPr lang="en-US"/>
      </a:defPPr>
      <a:lvl1pPr marL="0" algn="l" defTabSz="342908" rtl="0" eaLnBrk="1" latinLnBrk="0" hangingPunct="1">
        <a:defRPr sz="1350" kern="1200">
          <a:solidFill>
            <a:schemeClr val="tx1"/>
          </a:solidFill>
          <a:latin typeface="+mn-lt"/>
          <a:ea typeface="+mn-ea"/>
          <a:cs typeface="+mn-cs"/>
        </a:defRPr>
      </a:lvl1pPr>
      <a:lvl2pPr marL="342908" algn="l" defTabSz="342908" rtl="0" eaLnBrk="1" latinLnBrk="0" hangingPunct="1">
        <a:defRPr sz="1350" kern="1200">
          <a:solidFill>
            <a:schemeClr val="tx1"/>
          </a:solidFill>
          <a:latin typeface="+mn-lt"/>
          <a:ea typeface="+mn-ea"/>
          <a:cs typeface="+mn-cs"/>
        </a:defRPr>
      </a:lvl2pPr>
      <a:lvl3pPr marL="685816" algn="l" defTabSz="342908" rtl="0" eaLnBrk="1" latinLnBrk="0" hangingPunct="1">
        <a:defRPr sz="1350" kern="1200">
          <a:solidFill>
            <a:schemeClr val="tx1"/>
          </a:solidFill>
          <a:latin typeface="+mn-lt"/>
          <a:ea typeface="+mn-ea"/>
          <a:cs typeface="+mn-cs"/>
        </a:defRPr>
      </a:lvl3pPr>
      <a:lvl4pPr marL="1028724" algn="l" defTabSz="342908" rtl="0" eaLnBrk="1" latinLnBrk="0" hangingPunct="1">
        <a:defRPr sz="1350" kern="1200">
          <a:solidFill>
            <a:schemeClr val="tx1"/>
          </a:solidFill>
          <a:latin typeface="+mn-lt"/>
          <a:ea typeface="+mn-ea"/>
          <a:cs typeface="+mn-cs"/>
        </a:defRPr>
      </a:lvl4pPr>
      <a:lvl5pPr marL="1371632" algn="l" defTabSz="342908" rtl="0" eaLnBrk="1" latinLnBrk="0" hangingPunct="1">
        <a:defRPr sz="1350" kern="1200">
          <a:solidFill>
            <a:schemeClr val="tx1"/>
          </a:solidFill>
          <a:latin typeface="+mn-lt"/>
          <a:ea typeface="+mn-ea"/>
          <a:cs typeface="+mn-cs"/>
        </a:defRPr>
      </a:lvl5pPr>
      <a:lvl6pPr marL="1714540" algn="l" defTabSz="342908" rtl="0" eaLnBrk="1" latinLnBrk="0" hangingPunct="1">
        <a:defRPr sz="1350" kern="1200">
          <a:solidFill>
            <a:schemeClr val="tx1"/>
          </a:solidFill>
          <a:latin typeface="+mn-lt"/>
          <a:ea typeface="+mn-ea"/>
          <a:cs typeface="+mn-cs"/>
        </a:defRPr>
      </a:lvl6pPr>
      <a:lvl7pPr marL="2057448" algn="l" defTabSz="342908" rtl="0" eaLnBrk="1" latinLnBrk="0" hangingPunct="1">
        <a:defRPr sz="1350" kern="1200">
          <a:solidFill>
            <a:schemeClr val="tx1"/>
          </a:solidFill>
          <a:latin typeface="+mn-lt"/>
          <a:ea typeface="+mn-ea"/>
          <a:cs typeface="+mn-cs"/>
        </a:defRPr>
      </a:lvl7pPr>
      <a:lvl8pPr marL="2400356" algn="l" defTabSz="342908" rtl="0" eaLnBrk="1" latinLnBrk="0" hangingPunct="1">
        <a:defRPr sz="1350" kern="1200">
          <a:solidFill>
            <a:schemeClr val="tx1"/>
          </a:solidFill>
          <a:latin typeface="+mn-lt"/>
          <a:ea typeface="+mn-ea"/>
          <a:cs typeface="+mn-cs"/>
        </a:defRPr>
      </a:lvl8pPr>
      <a:lvl9pPr marL="2743264" algn="l" defTabSz="342908"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B2C3D1"/>
        </a:solidFill>
        <a:effectLst/>
      </p:bgPr>
    </p:bg>
    <p:spTree>
      <p:nvGrpSpPr>
        <p:cNvPr id="1" name=""/>
        <p:cNvGrpSpPr/>
        <p:nvPr/>
      </p:nvGrpSpPr>
      <p:grpSpPr>
        <a:xfrm>
          <a:off x="0" y="0"/>
          <a:ext cx="0" cy="0"/>
          <a:chOff x="0" y="0"/>
          <a:chExt cx="0" cy="0"/>
        </a:xfrm>
      </p:grpSpPr>
      <p:grpSp>
        <p:nvGrpSpPr>
          <p:cNvPr id="4098" name="Group 5">
            <a:extLst>
              <a:ext uri="{FF2B5EF4-FFF2-40B4-BE49-F238E27FC236}">
                <a16:creationId xmlns:a16="http://schemas.microsoft.com/office/drawing/2014/main" id="{8DA7BE78-F53A-43FD-97A5-B7B5770C03D7}"/>
              </a:ext>
            </a:extLst>
          </p:cNvPr>
          <p:cNvGrpSpPr>
            <a:grpSpLocks/>
          </p:cNvGrpSpPr>
          <p:nvPr userDrawn="1"/>
        </p:nvGrpSpPr>
        <p:grpSpPr bwMode="auto">
          <a:xfrm>
            <a:off x="0" y="0"/>
            <a:ext cx="37490400" cy="24755475"/>
            <a:chOff x="0" y="0"/>
            <a:chExt cx="37490400" cy="24755475"/>
          </a:xfrm>
        </p:grpSpPr>
        <p:sp>
          <p:nvSpPr>
            <p:cNvPr id="6" name="Rectangle 6">
              <a:extLst>
                <a:ext uri="{FF2B5EF4-FFF2-40B4-BE49-F238E27FC236}">
                  <a16:creationId xmlns:a16="http://schemas.microsoft.com/office/drawing/2014/main" id="{333567BB-52DD-4018-8CC1-AFBCB2191EBD}"/>
                </a:ext>
              </a:extLst>
            </p:cNvPr>
            <p:cNvSpPr>
              <a:spLocks noChangeArrowheads="1"/>
            </p:cNvSpPr>
            <p:nvPr userDrawn="1"/>
          </p:nvSpPr>
          <p:spPr bwMode="auto">
            <a:xfrm>
              <a:off x="0" y="0"/>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28" name="Rectangle 7">
              <a:extLst>
                <a:ext uri="{FF2B5EF4-FFF2-40B4-BE49-F238E27FC236}">
                  <a16:creationId xmlns:a16="http://schemas.microsoft.com/office/drawing/2014/main" id="{3BA72058-2677-4052-9C5E-B4A258C9FE4E}"/>
                </a:ext>
              </a:extLst>
            </p:cNvPr>
            <p:cNvSpPr>
              <a:spLocks noChangeArrowheads="1"/>
            </p:cNvSpPr>
            <p:nvPr userDrawn="1"/>
          </p:nvSpPr>
          <p:spPr bwMode="auto">
            <a:xfrm>
              <a:off x="0" y="0"/>
              <a:ext cx="685800" cy="24688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29" name="Rectangle 23">
              <a:extLst>
                <a:ext uri="{FF2B5EF4-FFF2-40B4-BE49-F238E27FC236}">
                  <a16:creationId xmlns:a16="http://schemas.microsoft.com/office/drawing/2014/main" id="{06C69123-E4E2-4D2B-BBBC-70C2EC454CF2}"/>
                </a:ext>
              </a:extLst>
            </p:cNvPr>
            <p:cNvSpPr>
              <a:spLocks noChangeArrowheads="1"/>
            </p:cNvSpPr>
            <p:nvPr userDrawn="1"/>
          </p:nvSpPr>
          <p:spPr bwMode="auto">
            <a:xfrm>
              <a:off x="36804600" y="0"/>
              <a:ext cx="685800" cy="24688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1033" name="Rectangle 20">
              <a:extLst>
                <a:ext uri="{FF2B5EF4-FFF2-40B4-BE49-F238E27FC236}">
                  <a16:creationId xmlns:a16="http://schemas.microsoft.com/office/drawing/2014/main" id="{F0AF7D97-D9E9-4835-B288-D3CCB974AB8B}"/>
                </a:ext>
              </a:extLst>
            </p:cNvPr>
            <p:cNvSpPr>
              <a:spLocks noChangeArrowheads="1"/>
            </p:cNvSpPr>
            <p:nvPr userDrawn="1"/>
          </p:nvSpPr>
          <p:spPr bwMode="auto">
            <a:xfrm>
              <a:off x="0" y="24069675"/>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grpSp>
      <p:sp>
        <p:nvSpPr>
          <p:cNvPr id="1027" name="Rectangle 21">
            <a:extLst>
              <a:ext uri="{FF2B5EF4-FFF2-40B4-BE49-F238E27FC236}">
                <a16:creationId xmlns:a16="http://schemas.microsoft.com/office/drawing/2014/main" id="{2868E6E4-FCC3-4E02-A30B-33500F165B63}"/>
              </a:ext>
            </a:extLst>
          </p:cNvPr>
          <p:cNvSpPr>
            <a:spLocks noChangeArrowheads="1"/>
          </p:cNvSpPr>
          <p:nvPr userDrawn="1"/>
        </p:nvSpPr>
        <p:spPr bwMode="auto">
          <a:xfrm>
            <a:off x="14288" y="24069675"/>
            <a:ext cx="37490400" cy="685800"/>
          </a:xfrm>
          <a:prstGeom prst="rect">
            <a:avLst/>
          </a:prstGeom>
          <a:solidFill>
            <a:srgbClr val="FFFFFF"/>
          </a:solidFill>
          <a:ln>
            <a:noFill/>
          </a:ln>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altLang="en-US" sz="2900"/>
          </a:p>
        </p:txBody>
      </p:sp>
      <p:sp>
        <p:nvSpPr>
          <p:cNvPr id="2" name="Rectangle 36">
            <a:extLst>
              <a:ext uri="{FF2B5EF4-FFF2-40B4-BE49-F238E27FC236}">
                <a16:creationId xmlns:a16="http://schemas.microsoft.com/office/drawing/2014/main" id="{C511A72C-7B86-4E6D-8E6D-52634BCE7A1A}"/>
              </a:ext>
            </a:extLst>
          </p:cNvPr>
          <p:cNvSpPr>
            <a:spLocks noChangeArrowheads="1"/>
          </p:cNvSpPr>
          <p:nvPr userDrawn="1"/>
        </p:nvSpPr>
        <p:spPr bwMode="auto">
          <a:xfrm>
            <a:off x="685800" y="685800"/>
            <a:ext cx="36118800" cy="2914650"/>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3" name="Rectangle 9">
            <a:extLst>
              <a:ext uri="{FF2B5EF4-FFF2-40B4-BE49-F238E27FC236}">
                <a16:creationId xmlns:a16="http://schemas.microsoft.com/office/drawing/2014/main" id="{04063A03-401B-4B8E-AF9B-5DDF6F8E899D}"/>
              </a:ext>
            </a:extLst>
          </p:cNvPr>
          <p:cNvSpPr>
            <a:spLocks noChangeArrowheads="1"/>
          </p:cNvSpPr>
          <p:nvPr userDrawn="1"/>
        </p:nvSpPr>
        <p:spPr bwMode="auto">
          <a:xfrm>
            <a:off x="685800" y="3600450"/>
            <a:ext cx="36118800" cy="133350"/>
          </a:xfrm>
          <a:prstGeom prst="rect">
            <a:avLst/>
          </a:prstGeom>
          <a:solidFill>
            <a:srgbClr val="003767"/>
          </a:solidFill>
          <a:ln>
            <a:noFill/>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4" name="Rectangle 33">
            <a:extLst>
              <a:ext uri="{FF2B5EF4-FFF2-40B4-BE49-F238E27FC236}">
                <a16:creationId xmlns:a16="http://schemas.microsoft.com/office/drawing/2014/main" id="{197702E5-AC5D-49CB-B20D-88CE65C905B3}"/>
              </a:ext>
            </a:extLst>
          </p:cNvPr>
          <p:cNvSpPr>
            <a:spLocks noChangeArrowheads="1"/>
          </p:cNvSpPr>
          <p:nvPr userDrawn="1"/>
        </p:nvSpPr>
        <p:spPr bwMode="auto">
          <a:xfrm>
            <a:off x="1169988" y="4062413"/>
            <a:ext cx="8213725" cy="19559587"/>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
        <p:nvSpPr>
          <p:cNvPr id="5" name="Rectangle 32">
            <a:extLst>
              <a:ext uri="{FF2B5EF4-FFF2-40B4-BE49-F238E27FC236}">
                <a16:creationId xmlns:a16="http://schemas.microsoft.com/office/drawing/2014/main" id="{E8227DDF-3819-4CBA-812E-17AACB1922E3}"/>
              </a:ext>
            </a:extLst>
          </p:cNvPr>
          <p:cNvSpPr>
            <a:spLocks noChangeArrowheads="1"/>
          </p:cNvSpPr>
          <p:nvPr userDrawn="1"/>
        </p:nvSpPr>
        <p:spPr bwMode="auto">
          <a:xfrm>
            <a:off x="10007600" y="4062413"/>
            <a:ext cx="26312813" cy="19559587"/>
          </a:xfrm>
          <a:prstGeom prst="rect">
            <a:avLst/>
          </a:prstGeom>
          <a:solidFill>
            <a:schemeClr val="accent1"/>
          </a:solidFill>
          <a:ln w="9525">
            <a:solidFill>
              <a:srgbClr val="003767"/>
            </a:solidFill>
            <a:miter lim="800000"/>
            <a:headEnd/>
            <a:tailEnd/>
          </a:ln>
        </p:spPr>
        <p:txBody>
          <a:bodyPr wrap="none" anchor="ctr"/>
          <a:lstStyle>
            <a:lvl1pPr>
              <a:defRPr sz="2900">
                <a:solidFill>
                  <a:schemeClr val="tx1"/>
                </a:solidFill>
                <a:latin typeface="Arial Narrow" panose="020B0606020202030204" pitchFamily="34" charset="0"/>
                <a:ea typeface="MS PGothic" panose="020B0600070205080204" pitchFamily="34" charset="-128"/>
              </a:defRPr>
            </a:lvl1pPr>
            <a:lvl2pPr marL="742950" indent="-285750">
              <a:defRPr sz="2900">
                <a:solidFill>
                  <a:schemeClr val="tx1"/>
                </a:solidFill>
                <a:latin typeface="Arial Narrow" panose="020B0606020202030204" pitchFamily="34" charset="0"/>
                <a:ea typeface="MS PGothic" panose="020B0600070205080204" pitchFamily="34" charset="-128"/>
              </a:defRPr>
            </a:lvl2pPr>
            <a:lvl3pPr marL="1143000" indent="-228600">
              <a:defRPr sz="2900">
                <a:solidFill>
                  <a:schemeClr val="tx1"/>
                </a:solidFill>
                <a:latin typeface="Arial Narrow" panose="020B0606020202030204" pitchFamily="34" charset="0"/>
                <a:ea typeface="MS PGothic" panose="020B0600070205080204" pitchFamily="34" charset="-128"/>
              </a:defRPr>
            </a:lvl3pPr>
            <a:lvl4pPr marL="1600200" indent="-228600">
              <a:defRPr sz="2900">
                <a:solidFill>
                  <a:schemeClr val="tx1"/>
                </a:solidFill>
                <a:latin typeface="Arial Narrow" panose="020B0606020202030204" pitchFamily="34" charset="0"/>
                <a:ea typeface="MS PGothic" panose="020B0600070205080204" pitchFamily="34" charset="-128"/>
              </a:defRPr>
            </a:lvl4pPr>
            <a:lvl5pPr marL="2057400" indent="-228600">
              <a:defRPr sz="29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ea typeface="MS PGothic" panose="020B0600070205080204" pitchFamily="34" charset="-128"/>
              </a:defRPr>
            </a:lvl9pPr>
          </a:lstStyle>
          <a:p>
            <a:pPr eaLnBrk="1" hangingPunct="1">
              <a:defRPr/>
            </a:pPr>
            <a:endParaRPr lang="en-US" sz="2175"/>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ctr" rtl="0" eaLnBrk="0" fontAlgn="base" hangingPunct="0">
        <a:spcBef>
          <a:spcPct val="0"/>
        </a:spcBef>
        <a:spcAft>
          <a:spcPct val="0"/>
        </a:spcAft>
        <a:defRPr sz="6400">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2pPr>
      <a:lvl3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3pPr>
      <a:lvl4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4pPr>
      <a:lvl5pPr algn="ctr" rtl="0" eaLnBrk="0" fontAlgn="base" hangingPunct="0">
        <a:spcBef>
          <a:spcPct val="0"/>
        </a:spcBef>
        <a:spcAft>
          <a:spcPct val="0"/>
        </a:spcAft>
        <a:defRPr sz="6400">
          <a:solidFill>
            <a:schemeClr val="tx2"/>
          </a:solidFill>
          <a:latin typeface="Arial Black" charset="0"/>
          <a:ea typeface="MS PGothic" panose="020B0600070205080204" pitchFamily="34" charset="-128"/>
          <a:cs typeface="ＭＳ Ｐゴシック" charset="0"/>
        </a:defRPr>
      </a:lvl5pPr>
      <a:lvl6pPr marL="342908" algn="ctr" rtl="0" fontAlgn="base">
        <a:spcBef>
          <a:spcPct val="0"/>
        </a:spcBef>
        <a:spcAft>
          <a:spcPct val="0"/>
        </a:spcAft>
        <a:defRPr sz="6451">
          <a:solidFill>
            <a:schemeClr val="tx2"/>
          </a:solidFill>
          <a:latin typeface="Arial Black" charset="0"/>
          <a:ea typeface="ＭＳ Ｐゴシック" charset="0"/>
        </a:defRPr>
      </a:lvl6pPr>
      <a:lvl7pPr marL="685816" algn="ctr" rtl="0" fontAlgn="base">
        <a:spcBef>
          <a:spcPct val="0"/>
        </a:spcBef>
        <a:spcAft>
          <a:spcPct val="0"/>
        </a:spcAft>
        <a:defRPr sz="6451">
          <a:solidFill>
            <a:schemeClr val="tx2"/>
          </a:solidFill>
          <a:latin typeface="Arial Black" charset="0"/>
          <a:ea typeface="ＭＳ Ｐゴシック" charset="0"/>
        </a:defRPr>
      </a:lvl7pPr>
      <a:lvl8pPr marL="1028724" algn="ctr" rtl="0" fontAlgn="base">
        <a:spcBef>
          <a:spcPct val="0"/>
        </a:spcBef>
        <a:spcAft>
          <a:spcPct val="0"/>
        </a:spcAft>
        <a:defRPr sz="6451">
          <a:solidFill>
            <a:schemeClr val="tx2"/>
          </a:solidFill>
          <a:latin typeface="Arial Black" charset="0"/>
          <a:ea typeface="ＭＳ Ｐゴシック" charset="0"/>
        </a:defRPr>
      </a:lvl8pPr>
      <a:lvl9pPr marL="1371632" algn="ctr" rtl="0" fontAlgn="base">
        <a:spcBef>
          <a:spcPct val="0"/>
        </a:spcBef>
        <a:spcAft>
          <a:spcPct val="0"/>
        </a:spcAft>
        <a:defRPr sz="6451">
          <a:solidFill>
            <a:schemeClr val="tx2"/>
          </a:solidFill>
          <a:latin typeface="Arial Black" charset="0"/>
          <a:ea typeface="ＭＳ Ｐゴシック" charset="0"/>
        </a:defRPr>
      </a:lvl9pPr>
    </p:titleStyle>
    <p:bodyStyle>
      <a:lvl1pPr marL="257175" indent="-257175" algn="l" rtl="0" eaLnBrk="0" fontAlgn="base" hangingPunct="0">
        <a:spcBef>
          <a:spcPct val="20000"/>
        </a:spcBef>
        <a:spcAft>
          <a:spcPct val="0"/>
        </a:spcAft>
        <a:buChar char="•"/>
        <a:defRPr sz="2100">
          <a:solidFill>
            <a:schemeClr val="tx1"/>
          </a:solidFill>
          <a:latin typeface="+mn-lt"/>
          <a:ea typeface="MS PGothic" panose="020B0600070205080204" pitchFamily="34" charset="-128"/>
          <a:cs typeface="ＭＳ Ｐゴシック" charset="0"/>
        </a:defRPr>
      </a:lvl1pPr>
      <a:lvl2pPr marL="554038" indent="-211138" algn="l" rtl="0" eaLnBrk="0" fontAlgn="base" hangingPunct="0">
        <a:spcBef>
          <a:spcPct val="20000"/>
        </a:spcBef>
        <a:spcAft>
          <a:spcPct val="0"/>
        </a:spcAft>
        <a:buChar char="–"/>
        <a:defRPr sz="2100">
          <a:solidFill>
            <a:schemeClr val="tx1"/>
          </a:solidFill>
          <a:latin typeface="+mn-lt"/>
          <a:ea typeface="MS PGothic" panose="020B0600070205080204" pitchFamily="34" charset="-128"/>
        </a:defRPr>
      </a:lvl2pPr>
      <a:lvl3pPr marL="857250" indent="-171450" algn="l" rtl="0" eaLnBrk="0" fontAlgn="base" hangingPunct="0">
        <a:spcBef>
          <a:spcPct val="20000"/>
        </a:spcBef>
        <a:spcAft>
          <a:spcPct val="0"/>
        </a:spcAft>
        <a:buChar char="•"/>
        <a:defRPr>
          <a:solidFill>
            <a:schemeClr val="tx1"/>
          </a:solidFill>
          <a:latin typeface="+mn-lt"/>
          <a:ea typeface="MS PGothic" panose="020B0600070205080204" pitchFamily="34" charset="-128"/>
        </a:defRPr>
      </a:lvl3pPr>
      <a:lvl4pPr marL="1200150" indent="-171450" algn="l" rtl="0" eaLnBrk="0" fontAlgn="base" hangingPunct="0">
        <a:spcBef>
          <a:spcPct val="20000"/>
        </a:spcBef>
        <a:spcAft>
          <a:spcPct val="0"/>
        </a:spcAft>
        <a:buChar char="–"/>
        <a:defRPr sz="1400">
          <a:solidFill>
            <a:schemeClr val="tx1"/>
          </a:solidFill>
          <a:latin typeface="+mn-lt"/>
          <a:ea typeface="MS PGothic" panose="020B0600070205080204" pitchFamily="34" charset="-128"/>
        </a:defRPr>
      </a:lvl4pPr>
      <a:lvl5pPr marL="1543050" indent="-171450" algn="l" rtl="0" eaLnBrk="0" fontAlgn="base" hangingPunct="0">
        <a:spcBef>
          <a:spcPct val="20000"/>
        </a:spcBef>
        <a:spcAft>
          <a:spcPct val="0"/>
        </a:spcAft>
        <a:buChar char="»"/>
        <a:defRPr sz="1400">
          <a:solidFill>
            <a:schemeClr val="tx1"/>
          </a:solidFill>
          <a:latin typeface="+mn-lt"/>
          <a:ea typeface="MS PGothic" panose="020B0600070205080204" pitchFamily="34" charset="-128"/>
        </a:defRPr>
      </a:lvl5pPr>
      <a:lvl6pPr marL="1885994" indent="-171454" algn="l" rtl="0" fontAlgn="base">
        <a:spcBef>
          <a:spcPct val="20000"/>
        </a:spcBef>
        <a:spcAft>
          <a:spcPct val="0"/>
        </a:spcAft>
        <a:buChar char="»"/>
        <a:defRPr sz="1425">
          <a:solidFill>
            <a:schemeClr val="tx1"/>
          </a:solidFill>
          <a:latin typeface="+mn-lt"/>
          <a:ea typeface="+mn-ea"/>
        </a:defRPr>
      </a:lvl6pPr>
      <a:lvl7pPr marL="2228902" indent="-171454" algn="l" rtl="0" fontAlgn="base">
        <a:spcBef>
          <a:spcPct val="20000"/>
        </a:spcBef>
        <a:spcAft>
          <a:spcPct val="0"/>
        </a:spcAft>
        <a:buChar char="»"/>
        <a:defRPr sz="1425">
          <a:solidFill>
            <a:schemeClr val="tx1"/>
          </a:solidFill>
          <a:latin typeface="+mn-lt"/>
          <a:ea typeface="+mn-ea"/>
        </a:defRPr>
      </a:lvl7pPr>
      <a:lvl8pPr marL="2571810" indent="-171454" algn="l" rtl="0" fontAlgn="base">
        <a:spcBef>
          <a:spcPct val="20000"/>
        </a:spcBef>
        <a:spcAft>
          <a:spcPct val="0"/>
        </a:spcAft>
        <a:buChar char="»"/>
        <a:defRPr sz="1425">
          <a:solidFill>
            <a:schemeClr val="tx1"/>
          </a:solidFill>
          <a:latin typeface="+mn-lt"/>
          <a:ea typeface="+mn-ea"/>
        </a:defRPr>
      </a:lvl8pPr>
      <a:lvl9pPr marL="2914718" indent="-171454" algn="l" rtl="0" fontAlgn="base">
        <a:spcBef>
          <a:spcPct val="20000"/>
        </a:spcBef>
        <a:spcAft>
          <a:spcPct val="0"/>
        </a:spcAft>
        <a:buChar char="»"/>
        <a:defRPr sz="1425">
          <a:solidFill>
            <a:schemeClr val="tx1"/>
          </a:solidFill>
          <a:latin typeface="+mn-lt"/>
          <a:ea typeface="+mn-ea"/>
        </a:defRPr>
      </a:lvl9pPr>
    </p:bodyStyle>
    <p:otherStyle>
      <a:defPPr>
        <a:defRPr lang="en-US"/>
      </a:defPPr>
      <a:lvl1pPr marL="0" algn="l" defTabSz="342908" rtl="0" eaLnBrk="1" latinLnBrk="0" hangingPunct="1">
        <a:defRPr sz="1350" kern="1200">
          <a:solidFill>
            <a:schemeClr val="tx1"/>
          </a:solidFill>
          <a:latin typeface="+mn-lt"/>
          <a:ea typeface="+mn-ea"/>
          <a:cs typeface="+mn-cs"/>
        </a:defRPr>
      </a:lvl1pPr>
      <a:lvl2pPr marL="342908" algn="l" defTabSz="342908" rtl="0" eaLnBrk="1" latinLnBrk="0" hangingPunct="1">
        <a:defRPr sz="1350" kern="1200">
          <a:solidFill>
            <a:schemeClr val="tx1"/>
          </a:solidFill>
          <a:latin typeface="+mn-lt"/>
          <a:ea typeface="+mn-ea"/>
          <a:cs typeface="+mn-cs"/>
        </a:defRPr>
      </a:lvl2pPr>
      <a:lvl3pPr marL="685816" algn="l" defTabSz="342908" rtl="0" eaLnBrk="1" latinLnBrk="0" hangingPunct="1">
        <a:defRPr sz="1350" kern="1200">
          <a:solidFill>
            <a:schemeClr val="tx1"/>
          </a:solidFill>
          <a:latin typeface="+mn-lt"/>
          <a:ea typeface="+mn-ea"/>
          <a:cs typeface="+mn-cs"/>
        </a:defRPr>
      </a:lvl3pPr>
      <a:lvl4pPr marL="1028724" algn="l" defTabSz="342908" rtl="0" eaLnBrk="1" latinLnBrk="0" hangingPunct="1">
        <a:defRPr sz="1350" kern="1200">
          <a:solidFill>
            <a:schemeClr val="tx1"/>
          </a:solidFill>
          <a:latin typeface="+mn-lt"/>
          <a:ea typeface="+mn-ea"/>
          <a:cs typeface="+mn-cs"/>
        </a:defRPr>
      </a:lvl4pPr>
      <a:lvl5pPr marL="1371632" algn="l" defTabSz="342908" rtl="0" eaLnBrk="1" latinLnBrk="0" hangingPunct="1">
        <a:defRPr sz="1350" kern="1200">
          <a:solidFill>
            <a:schemeClr val="tx1"/>
          </a:solidFill>
          <a:latin typeface="+mn-lt"/>
          <a:ea typeface="+mn-ea"/>
          <a:cs typeface="+mn-cs"/>
        </a:defRPr>
      </a:lvl5pPr>
      <a:lvl6pPr marL="1714540" algn="l" defTabSz="342908" rtl="0" eaLnBrk="1" latinLnBrk="0" hangingPunct="1">
        <a:defRPr sz="1350" kern="1200">
          <a:solidFill>
            <a:schemeClr val="tx1"/>
          </a:solidFill>
          <a:latin typeface="+mn-lt"/>
          <a:ea typeface="+mn-ea"/>
          <a:cs typeface="+mn-cs"/>
        </a:defRPr>
      </a:lvl6pPr>
      <a:lvl7pPr marL="2057448" algn="l" defTabSz="342908" rtl="0" eaLnBrk="1" latinLnBrk="0" hangingPunct="1">
        <a:defRPr sz="1350" kern="1200">
          <a:solidFill>
            <a:schemeClr val="tx1"/>
          </a:solidFill>
          <a:latin typeface="+mn-lt"/>
          <a:ea typeface="+mn-ea"/>
          <a:cs typeface="+mn-cs"/>
        </a:defRPr>
      </a:lvl7pPr>
      <a:lvl8pPr marL="2400356" algn="l" defTabSz="342908" rtl="0" eaLnBrk="1" latinLnBrk="0" hangingPunct="1">
        <a:defRPr sz="1350" kern="1200">
          <a:solidFill>
            <a:schemeClr val="tx1"/>
          </a:solidFill>
          <a:latin typeface="+mn-lt"/>
          <a:ea typeface="+mn-ea"/>
          <a:cs typeface="+mn-cs"/>
        </a:defRPr>
      </a:lvl8pPr>
      <a:lvl9pPr marL="2743264" algn="l" defTabSz="342908"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oleObject" Target="../embeddings/oleObject1.bin"/><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3.jpe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wmf"/><Relationship Id="rId9" Type="http://schemas.openxmlformats.org/officeDocument/2006/relationships/image" Target="../media/image6.pn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2C3D1"/>
        </a:solidFill>
        <a:effectLst/>
      </p:bgPr>
    </p:bg>
    <p:spTree>
      <p:nvGrpSpPr>
        <p:cNvPr id="1" name=""/>
        <p:cNvGrpSpPr/>
        <p:nvPr/>
      </p:nvGrpSpPr>
      <p:grpSpPr>
        <a:xfrm>
          <a:off x="0" y="0"/>
          <a:ext cx="0" cy="0"/>
          <a:chOff x="0" y="0"/>
          <a:chExt cx="0" cy="0"/>
        </a:xfrm>
      </p:grpSpPr>
      <p:sp>
        <p:nvSpPr>
          <p:cNvPr id="4098" name="Rectangle 5">
            <a:extLst>
              <a:ext uri="{FF2B5EF4-FFF2-40B4-BE49-F238E27FC236}">
                <a16:creationId xmlns:a16="http://schemas.microsoft.com/office/drawing/2014/main" id="{B18CA24D-3279-4989-8575-BDD4A5744A2C}"/>
              </a:ext>
            </a:extLst>
          </p:cNvPr>
          <p:cNvSpPr>
            <a:spLocks noChangeArrowheads="1"/>
          </p:cNvSpPr>
          <p:nvPr/>
        </p:nvSpPr>
        <p:spPr bwMode="auto">
          <a:xfrm>
            <a:off x="10515600" y="825500"/>
            <a:ext cx="16459200" cy="1384835"/>
          </a:xfrm>
          <a:prstGeom prst="rect">
            <a:avLst/>
          </a:prstGeom>
          <a:noFill/>
          <a:ln>
            <a:noFill/>
          </a:ln>
        </p:spPr>
        <p:txBody>
          <a:bodyPr lIns="68432" tIns="34211" rIns="68432" bIns="34211">
            <a:spAutoFit/>
          </a:bodyPr>
          <a:lstStyle>
            <a:lvl1pPr>
              <a:spcBef>
                <a:spcPct val="20000"/>
              </a:spcBef>
              <a:buChar char="•"/>
              <a:defRPr sz="29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9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9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defRPr/>
            </a:pPr>
            <a:r>
              <a:rPr lang="en-US" altLang="en-US" sz="4950" dirty="0" err="1">
                <a:solidFill>
                  <a:srgbClr val="000000"/>
                </a:solidFill>
                <a:latin typeface="Tahoma" panose="020B0604030504040204" pitchFamily="34" charset="0"/>
              </a:rPr>
              <a:t>Monochuck</a:t>
            </a:r>
            <a:br>
              <a:rPr lang="en-US" altLang="en-US" sz="4950" dirty="0">
                <a:solidFill>
                  <a:srgbClr val="000000"/>
                </a:solidFill>
                <a:latin typeface="Tahoma" panose="020B0604030504040204" pitchFamily="34" charset="0"/>
              </a:rPr>
            </a:br>
            <a:r>
              <a:rPr lang="en-US" altLang="en-US" sz="3600" dirty="0">
                <a:solidFill>
                  <a:srgbClr val="000000"/>
                </a:solidFill>
                <a:latin typeface="Tahoma" panose="020B0604030504040204" pitchFamily="34" charset="0"/>
              </a:rPr>
              <a:t>Adaptive Gyro Controller</a:t>
            </a:r>
            <a:endParaRPr lang="en-US" altLang="en-US" sz="2100" dirty="0">
              <a:solidFill>
                <a:srgbClr val="000000"/>
              </a:solidFill>
              <a:latin typeface="Tahoma" panose="020B0604030504040204" pitchFamily="34" charset="0"/>
            </a:endParaRPr>
          </a:p>
        </p:txBody>
      </p:sp>
      <p:sp>
        <p:nvSpPr>
          <p:cNvPr id="12291" name="Text Box 7">
            <a:extLst>
              <a:ext uri="{FF2B5EF4-FFF2-40B4-BE49-F238E27FC236}">
                <a16:creationId xmlns:a16="http://schemas.microsoft.com/office/drawing/2014/main" id="{EFCD2390-482B-418D-BFF8-349DB027BB7E}"/>
              </a:ext>
            </a:extLst>
          </p:cNvPr>
          <p:cNvSpPr txBox="1">
            <a:spLocks noChangeArrowheads="1"/>
          </p:cNvSpPr>
          <p:nvPr/>
        </p:nvSpPr>
        <p:spPr bwMode="auto">
          <a:xfrm>
            <a:off x="1579563" y="4233863"/>
            <a:ext cx="7396162" cy="438150"/>
          </a:xfrm>
          <a:prstGeom prst="rect">
            <a:avLst/>
          </a:prstGeom>
          <a:solidFill>
            <a:srgbClr val="00376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450" tIns="34218" rIns="68450" bIns="34218">
            <a:spAutoFit/>
          </a:bodyPr>
          <a:lstStyle>
            <a:lvl1pPr>
              <a:defRPr sz="2300">
                <a:solidFill>
                  <a:schemeClr val="tx1"/>
                </a:solidFill>
                <a:latin typeface="Arial Narrow" panose="020B0606020202030204" pitchFamily="34" charset="0"/>
                <a:ea typeface="MS PGothic" panose="020B0600070205080204" pitchFamily="34" charset="-128"/>
              </a:defRPr>
            </a:lvl1pPr>
            <a:lvl2pPr marL="742950" indent="-285750">
              <a:defRPr sz="2300">
                <a:solidFill>
                  <a:schemeClr val="tx1"/>
                </a:solidFill>
                <a:latin typeface="Arial Narrow" panose="020B0606020202030204" pitchFamily="34" charset="0"/>
                <a:ea typeface="MS PGothic" panose="020B0600070205080204" pitchFamily="34" charset="-128"/>
              </a:defRPr>
            </a:lvl2pPr>
            <a:lvl3pPr marL="1143000" indent="-228600">
              <a:defRPr sz="2300">
                <a:solidFill>
                  <a:schemeClr val="tx1"/>
                </a:solidFill>
                <a:latin typeface="Arial Narrow" panose="020B0606020202030204" pitchFamily="34" charset="0"/>
                <a:ea typeface="MS PGothic" panose="020B0600070205080204" pitchFamily="34" charset="-128"/>
              </a:defRPr>
            </a:lvl3pPr>
            <a:lvl4pPr marL="1600200" indent="-228600">
              <a:defRPr sz="2300">
                <a:solidFill>
                  <a:schemeClr val="tx1"/>
                </a:solidFill>
                <a:latin typeface="Arial Narrow" panose="020B0606020202030204" pitchFamily="34" charset="0"/>
                <a:ea typeface="MS PGothic" panose="020B0600070205080204" pitchFamily="34" charset="-128"/>
              </a:defRPr>
            </a:lvl4pPr>
            <a:lvl5pPr marL="2057400" indent="-228600">
              <a:defRPr sz="23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2400" b="1">
                <a:solidFill>
                  <a:srgbClr val="F8F8F8"/>
                </a:solidFill>
                <a:latin typeface="Verdana" panose="020B0604030504040204" pitchFamily="34" charset="0"/>
              </a:rPr>
              <a:t>Introduction</a:t>
            </a:r>
          </a:p>
        </p:txBody>
      </p:sp>
      <p:sp>
        <p:nvSpPr>
          <p:cNvPr id="12292" name="Text Box 388">
            <a:extLst>
              <a:ext uri="{FF2B5EF4-FFF2-40B4-BE49-F238E27FC236}">
                <a16:creationId xmlns:a16="http://schemas.microsoft.com/office/drawing/2014/main" id="{9EABE9DF-EDB8-4022-8E0A-09D940DB7815}"/>
              </a:ext>
            </a:extLst>
          </p:cNvPr>
          <p:cNvSpPr txBox="1">
            <a:spLocks noChangeArrowheads="1"/>
          </p:cNvSpPr>
          <p:nvPr/>
        </p:nvSpPr>
        <p:spPr bwMode="auto">
          <a:xfrm>
            <a:off x="1576388" y="16467138"/>
            <a:ext cx="7402512" cy="438150"/>
          </a:xfrm>
          <a:prstGeom prst="rect">
            <a:avLst/>
          </a:prstGeom>
          <a:solidFill>
            <a:srgbClr val="00376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450" tIns="34218" rIns="68450" bIns="34218">
            <a:spAutoFit/>
          </a:bodyPr>
          <a:lstStyle>
            <a:lvl1pPr>
              <a:defRPr sz="2300">
                <a:solidFill>
                  <a:schemeClr val="tx1"/>
                </a:solidFill>
                <a:latin typeface="Arial Narrow" panose="020B0606020202030204" pitchFamily="34" charset="0"/>
                <a:ea typeface="MS PGothic" panose="020B0600070205080204" pitchFamily="34" charset="-128"/>
              </a:defRPr>
            </a:lvl1pPr>
            <a:lvl2pPr marL="742950" indent="-285750">
              <a:defRPr sz="2300">
                <a:solidFill>
                  <a:schemeClr val="tx1"/>
                </a:solidFill>
                <a:latin typeface="Arial Narrow" panose="020B0606020202030204" pitchFamily="34" charset="0"/>
                <a:ea typeface="MS PGothic" panose="020B0600070205080204" pitchFamily="34" charset="-128"/>
              </a:defRPr>
            </a:lvl2pPr>
            <a:lvl3pPr marL="1143000" indent="-228600">
              <a:defRPr sz="2300">
                <a:solidFill>
                  <a:schemeClr val="tx1"/>
                </a:solidFill>
                <a:latin typeface="Arial Narrow" panose="020B0606020202030204" pitchFamily="34" charset="0"/>
                <a:ea typeface="MS PGothic" panose="020B0600070205080204" pitchFamily="34" charset="-128"/>
              </a:defRPr>
            </a:lvl3pPr>
            <a:lvl4pPr marL="1600200" indent="-228600">
              <a:defRPr sz="2300">
                <a:solidFill>
                  <a:schemeClr val="tx1"/>
                </a:solidFill>
                <a:latin typeface="Arial Narrow" panose="020B0606020202030204" pitchFamily="34" charset="0"/>
                <a:ea typeface="MS PGothic" panose="020B0600070205080204" pitchFamily="34" charset="-128"/>
              </a:defRPr>
            </a:lvl4pPr>
            <a:lvl5pPr marL="2057400" indent="-228600">
              <a:defRPr sz="23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2400" b="1">
                <a:solidFill>
                  <a:srgbClr val="F8F8F8"/>
                </a:solidFill>
                <a:latin typeface="Verdana" panose="020B0604030504040204" pitchFamily="34" charset="0"/>
              </a:rPr>
              <a:t>Objectives</a:t>
            </a:r>
          </a:p>
        </p:txBody>
      </p:sp>
      <p:sp>
        <p:nvSpPr>
          <p:cNvPr id="12293" name="Text Box 405">
            <a:extLst>
              <a:ext uri="{FF2B5EF4-FFF2-40B4-BE49-F238E27FC236}">
                <a16:creationId xmlns:a16="http://schemas.microsoft.com/office/drawing/2014/main" id="{39C5ED4B-85EB-45B6-AF43-A8F654299AE6}"/>
              </a:ext>
            </a:extLst>
          </p:cNvPr>
          <p:cNvSpPr txBox="1">
            <a:spLocks noChangeArrowheads="1"/>
          </p:cNvSpPr>
          <p:nvPr/>
        </p:nvSpPr>
        <p:spPr bwMode="auto">
          <a:xfrm>
            <a:off x="10428288" y="4233863"/>
            <a:ext cx="16683037" cy="438150"/>
          </a:xfrm>
          <a:prstGeom prst="rect">
            <a:avLst/>
          </a:prstGeom>
          <a:solidFill>
            <a:srgbClr val="00376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450" tIns="34218" rIns="68450" bIns="34218">
            <a:spAutoFit/>
          </a:bodyPr>
          <a:lstStyle>
            <a:lvl1pPr>
              <a:defRPr sz="2300">
                <a:solidFill>
                  <a:schemeClr val="tx1"/>
                </a:solidFill>
                <a:latin typeface="Arial Narrow" panose="020B0606020202030204" pitchFamily="34" charset="0"/>
                <a:ea typeface="MS PGothic" panose="020B0600070205080204" pitchFamily="34" charset="-128"/>
              </a:defRPr>
            </a:lvl1pPr>
            <a:lvl2pPr marL="742950" indent="-285750">
              <a:defRPr sz="2300">
                <a:solidFill>
                  <a:schemeClr val="tx1"/>
                </a:solidFill>
                <a:latin typeface="Arial Narrow" panose="020B0606020202030204" pitchFamily="34" charset="0"/>
                <a:ea typeface="MS PGothic" panose="020B0600070205080204" pitchFamily="34" charset="-128"/>
              </a:defRPr>
            </a:lvl2pPr>
            <a:lvl3pPr marL="1143000" indent="-228600">
              <a:defRPr sz="2300">
                <a:solidFill>
                  <a:schemeClr val="tx1"/>
                </a:solidFill>
                <a:latin typeface="Arial Narrow" panose="020B0606020202030204" pitchFamily="34" charset="0"/>
                <a:ea typeface="MS PGothic" panose="020B0600070205080204" pitchFamily="34" charset="-128"/>
              </a:defRPr>
            </a:lvl3pPr>
            <a:lvl4pPr marL="1600200" indent="-228600">
              <a:defRPr sz="2300">
                <a:solidFill>
                  <a:schemeClr val="tx1"/>
                </a:solidFill>
                <a:latin typeface="Arial Narrow" panose="020B0606020202030204" pitchFamily="34" charset="0"/>
                <a:ea typeface="MS PGothic" panose="020B0600070205080204" pitchFamily="34" charset="-128"/>
              </a:defRPr>
            </a:lvl4pPr>
            <a:lvl5pPr marL="2057400" indent="-228600">
              <a:defRPr sz="23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2400" b="1">
                <a:solidFill>
                  <a:srgbClr val="F8F8F8"/>
                </a:solidFill>
                <a:latin typeface="Verdana" panose="020B0604030504040204" pitchFamily="34" charset="0"/>
              </a:rPr>
              <a:t>Method</a:t>
            </a:r>
          </a:p>
        </p:txBody>
      </p:sp>
      <p:sp>
        <p:nvSpPr>
          <p:cNvPr id="12295" name="Text Box 478">
            <a:extLst>
              <a:ext uri="{FF2B5EF4-FFF2-40B4-BE49-F238E27FC236}">
                <a16:creationId xmlns:a16="http://schemas.microsoft.com/office/drawing/2014/main" id="{E188F542-5050-4CD7-A6F5-2176F0A6C2CB}"/>
              </a:ext>
            </a:extLst>
          </p:cNvPr>
          <p:cNvSpPr txBox="1">
            <a:spLocks noChangeArrowheads="1"/>
          </p:cNvSpPr>
          <p:nvPr/>
        </p:nvSpPr>
        <p:spPr bwMode="auto">
          <a:xfrm>
            <a:off x="28506738" y="4229100"/>
            <a:ext cx="7410450" cy="438150"/>
          </a:xfrm>
          <a:prstGeom prst="rect">
            <a:avLst/>
          </a:prstGeom>
          <a:solidFill>
            <a:srgbClr val="00376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450" tIns="34218" rIns="68450" bIns="34218">
            <a:spAutoFit/>
          </a:bodyPr>
          <a:lstStyle>
            <a:lvl1pPr>
              <a:defRPr sz="2300">
                <a:solidFill>
                  <a:schemeClr val="tx1"/>
                </a:solidFill>
                <a:latin typeface="Arial Narrow" panose="020B0606020202030204" pitchFamily="34" charset="0"/>
                <a:ea typeface="MS PGothic" panose="020B0600070205080204" pitchFamily="34" charset="-128"/>
              </a:defRPr>
            </a:lvl1pPr>
            <a:lvl2pPr marL="742950" indent="-285750">
              <a:defRPr sz="2300">
                <a:solidFill>
                  <a:schemeClr val="tx1"/>
                </a:solidFill>
                <a:latin typeface="Arial Narrow" panose="020B0606020202030204" pitchFamily="34" charset="0"/>
                <a:ea typeface="MS PGothic" panose="020B0600070205080204" pitchFamily="34" charset="-128"/>
              </a:defRPr>
            </a:lvl2pPr>
            <a:lvl3pPr marL="1143000" indent="-228600">
              <a:defRPr sz="2300">
                <a:solidFill>
                  <a:schemeClr val="tx1"/>
                </a:solidFill>
                <a:latin typeface="Arial Narrow" panose="020B0606020202030204" pitchFamily="34" charset="0"/>
                <a:ea typeface="MS PGothic" panose="020B0600070205080204" pitchFamily="34" charset="-128"/>
              </a:defRPr>
            </a:lvl3pPr>
            <a:lvl4pPr marL="1600200" indent="-228600">
              <a:defRPr sz="2300">
                <a:solidFill>
                  <a:schemeClr val="tx1"/>
                </a:solidFill>
                <a:latin typeface="Arial Narrow" panose="020B0606020202030204" pitchFamily="34" charset="0"/>
                <a:ea typeface="MS PGothic" panose="020B0600070205080204" pitchFamily="34" charset="-128"/>
              </a:defRPr>
            </a:lvl4pPr>
            <a:lvl5pPr marL="2057400" indent="-228600">
              <a:defRPr sz="23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2400" b="1" dirty="0">
                <a:solidFill>
                  <a:srgbClr val="F8F8F8"/>
                </a:solidFill>
                <a:latin typeface="Verdana" panose="020B0604030504040204" pitchFamily="34" charset="0"/>
              </a:rPr>
              <a:t>Results</a:t>
            </a:r>
          </a:p>
        </p:txBody>
      </p:sp>
      <p:graphicFrame>
        <p:nvGraphicFramePr>
          <p:cNvPr id="12296" name="Object 665">
            <a:extLst>
              <a:ext uri="{FF2B5EF4-FFF2-40B4-BE49-F238E27FC236}">
                <a16:creationId xmlns:a16="http://schemas.microsoft.com/office/drawing/2014/main" id="{3B8473AE-C3B0-406E-A7F1-B3FA2F091495}"/>
              </a:ext>
            </a:extLst>
          </p:cNvPr>
          <p:cNvGraphicFramePr>
            <a:graphicFrameLocks noChangeAspect="1"/>
          </p:cNvGraphicFramePr>
          <p:nvPr/>
        </p:nvGraphicFramePr>
        <p:xfrm>
          <a:off x="4162425" y="1609725"/>
          <a:ext cx="685800" cy="149225"/>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12296" name="Object 665">
                        <a:extLst>
                          <a:ext uri="{FF2B5EF4-FFF2-40B4-BE49-F238E27FC236}">
                            <a16:creationId xmlns:a16="http://schemas.microsoft.com/office/drawing/2014/main" id="{3B8473AE-C3B0-406E-A7F1-B3FA2F091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2425" y="1609725"/>
                        <a:ext cx="685800" cy="149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298" name="Text Box 3">
            <a:extLst>
              <a:ext uri="{FF2B5EF4-FFF2-40B4-BE49-F238E27FC236}">
                <a16:creationId xmlns:a16="http://schemas.microsoft.com/office/drawing/2014/main" id="{83091911-AFD4-4DFB-B447-8FC8D210C030}"/>
              </a:ext>
            </a:extLst>
          </p:cNvPr>
          <p:cNvSpPr txBox="1">
            <a:spLocks noChangeArrowheads="1"/>
          </p:cNvSpPr>
          <p:nvPr/>
        </p:nvSpPr>
        <p:spPr bwMode="auto">
          <a:xfrm>
            <a:off x="15573375" y="2405063"/>
            <a:ext cx="6343650" cy="1023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lIns="99306" tIns="49654" rIns="99306" bIns="49654">
            <a:spAutoFit/>
          </a:bodyPr>
          <a:lstStyle>
            <a:lvl1pPr defTabSz="4387850">
              <a:defRPr sz="2300">
                <a:solidFill>
                  <a:schemeClr val="tx1"/>
                </a:solidFill>
                <a:latin typeface="Arial Narrow" panose="020B0606020202030204" pitchFamily="34" charset="0"/>
                <a:ea typeface="MS PGothic" panose="020B0600070205080204" pitchFamily="34" charset="-128"/>
              </a:defRPr>
            </a:lvl1pPr>
            <a:lvl2pPr marL="742950" indent="-285750" defTabSz="4387850">
              <a:defRPr sz="2300">
                <a:solidFill>
                  <a:schemeClr val="tx1"/>
                </a:solidFill>
                <a:latin typeface="Arial Narrow" panose="020B0606020202030204" pitchFamily="34" charset="0"/>
                <a:ea typeface="MS PGothic" panose="020B0600070205080204" pitchFamily="34" charset="-128"/>
              </a:defRPr>
            </a:lvl2pPr>
            <a:lvl3pPr marL="1143000" indent="-228600" defTabSz="4387850">
              <a:defRPr sz="2300">
                <a:solidFill>
                  <a:schemeClr val="tx1"/>
                </a:solidFill>
                <a:latin typeface="Arial Narrow" panose="020B0606020202030204" pitchFamily="34" charset="0"/>
                <a:ea typeface="MS PGothic" panose="020B0600070205080204" pitchFamily="34" charset="-128"/>
              </a:defRPr>
            </a:lvl3pPr>
            <a:lvl4pPr marL="1600200" indent="-228600" defTabSz="4387850">
              <a:defRPr sz="2300">
                <a:solidFill>
                  <a:schemeClr val="tx1"/>
                </a:solidFill>
                <a:latin typeface="Arial Narrow" panose="020B0606020202030204" pitchFamily="34" charset="0"/>
                <a:ea typeface="MS PGothic" panose="020B0600070205080204" pitchFamily="34" charset="-128"/>
              </a:defRPr>
            </a:lvl4pPr>
            <a:lvl5pPr marL="2057400" indent="-228600" defTabSz="4387850">
              <a:defRPr sz="2300">
                <a:solidFill>
                  <a:schemeClr val="tx1"/>
                </a:solidFill>
                <a:latin typeface="Arial Narrow" panose="020B0606020202030204" pitchFamily="34" charset="0"/>
                <a:ea typeface="MS PGothic" panose="020B0600070205080204" pitchFamily="34" charset="-128"/>
              </a:defRPr>
            </a:lvl5pPr>
            <a:lvl6pPr marL="2514600" indent="-228600" defTabSz="438785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defTabSz="438785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defTabSz="438785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defTabSz="438785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eaLnBrk="1" hangingPunct="1"/>
            <a:r>
              <a:rPr lang="en-US" altLang="en-US" sz="3000" dirty="0">
                <a:solidFill>
                  <a:srgbClr val="000000"/>
                </a:solidFill>
                <a:latin typeface="Tahoma" panose="020B0604030504040204" pitchFamily="34" charset="0"/>
              </a:rPr>
              <a:t>Embedded Systems Senior Project</a:t>
            </a:r>
          </a:p>
          <a:p>
            <a:pPr algn="ctr" eaLnBrk="1" hangingPunct="1"/>
            <a:r>
              <a:rPr lang="en-US" altLang="en-US" sz="3000" dirty="0">
                <a:solidFill>
                  <a:srgbClr val="000000"/>
                </a:solidFill>
                <a:latin typeface="Tahoma" panose="020B0604030504040204" pitchFamily="34" charset="0"/>
              </a:rPr>
              <a:t>Landen Barber</a:t>
            </a:r>
          </a:p>
        </p:txBody>
      </p:sp>
      <p:sp>
        <p:nvSpPr>
          <p:cNvPr id="4118" name="Line 702">
            <a:extLst>
              <a:ext uri="{FF2B5EF4-FFF2-40B4-BE49-F238E27FC236}">
                <a16:creationId xmlns:a16="http://schemas.microsoft.com/office/drawing/2014/main" id="{C71DAFFD-E0F6-45BD-BA83-C1E3E821FFC8}"/>
              </a:ext>
            </a:extLst>
          </p:cNvPr>
          <p:cNvSpPr>
            <a:spLocks noChangeShapeType="1"/>
          </p:cNvSpPr>
          <p:nvPr/>
        </p:nvSpPr>
        <p:spPr bwMode="auto">
          <a:xfrm>
            <a:off x="16002000" y="2286000"/>
            <a:ext cx="5486400" cy="0"/>
          </a:xfrm>
          <a:prstGeom prst="line">
            <a:avLst/>
          </a:prstGeom>
          <a:noFill/>
          <a:ln w="12700">
            <a:solidFill>
              <a:schemeClr val="tx1"/>
            </a:solidFill>
            <a:round/>
            <a:headEnd/>
            <a:tailEnd/>
          </a:ln>
        </p:spPr>
        <p:txBody>
          <a:bodyPr lIns="342900" tIns="342900" rIns="342900" bIns="342900">
            <a:spAutoFit/>
          </a:bodyPr>
          <a:lstStyle/>
          <a:p>
            <a:pPr>
              <a:defRPr/>
            </a:pPr>
            <a:endParaRPr lang="en-US" sz="1735"/>
          </a:p>
        </p:txBody>
      </p:sp>
      <p:sp>
        <p:nvSpPr>
          <p:cNvPr id="12300" name="Text Box 735">
            <a:extLst>
              <a:ext uri="{FF2B5EF4-FFF2-40B4-BE49-F238E27FC236}">
                <a16:creationId xmlns:a16="http://schemas.microsoft.com/office/drawing/2014/main" id="{AE8D195D-542F-47EF-A8BD-2FC24EB2ECBF}"/>
              </a:ext>
            </a:extLst>
          </p:cNvPr>
          <p:cNvSpPr txBox="1">
            <a:spLocks noChangeArrowheads="1"/>
          </p:cNvSpPr>
          <p:nvPr/>
        </p:nvSpPr>
        <p:spPr bwMode="auto">
          <a:xfrm>
            <a:off x="1571625" y="20720050"/>
            <a:ext cx="7410450" cy="438150"/>
          </a:xfrm>
          <a:prstGeom prst="rect">
            <a:avLst/>
          </a:prstGeom>
          <a:solidFill>
            <a:srgbClr val="00376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450" tIns="34218" rIns="68450" bIns="34218">
            <a:spAutoFit/>
          </a:bodyPr>
          <a:lstStyle>
            <a:lvl1pPr>
              <a:defRPr sz="2300">
                <a:solidFill>
                  <a:schemeClr val="tx1"/>
                </a:solidFill>
                <a:latin typeface="Arial Narrow" panose="020B0606020202030204" pitchFamily="34" charset="0"/>
                <a:ea typeface="MS PGothic" panose="020B0600070205080204" pitchFamily="34" charset="-128"/>
              </a:defRPr>
            </a:lvl1pPr>
            <a:lvl2pPr marL="742950" indent="-285750">
              <a:defRPr sz="2300">
                <a:solidFill>
                  <a:schemeClr val="tx1"/>
                </a:solidFill>
                <a:latin typeface="Arial Narrow" panose="020B0606020202030204" pitchFamily="34" charset="0"/>
                <a:ea typeface="MS PGothic" panose="020B0600070205080204" pitchFamily="34" charset="-128"/>
              </a:defRPr>
            </a:lvl2pPr>
            <a:lvl3pPr marL="1143000" indent="-228600">
              <a:defRPr sz="2300">
                <a:solidFill>
                  <a:schemeClr val="tx1"/>
                </a:solidFill>
                <a:latin typeface="Arial Narrow" panose="020B0606020202030204" pitchFamily="34" charset="0"/>
                <a:ea typeface="MS PGothic" panose="020B0600070205080204" pitchFamily="34" charset="-128"/>
              </a:defRPr>
            </a:lvl3pPr>
            <a:lvl4pPr marL="1600200" indent="-228600">
              <a:defRPr sz="2300">
                <a:solidFill>
                  <a:schemeClr val="tx1"/>
                </a:solidFill>
                <a:latin typeface="Arial Narrow" panose="020B0606020202030204" pitchFamily="34" charset="0"/>
                <a:ea typeface="MS PGothic" panose="020B0600070205080204" pitchFamily="34" charset="-128"/>
              </a:defRPr>
            </a:lvl4pPr>
            <a:lvl5pPr marL="2057400" indent="-228600">
              <a:defRPr sz="23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2400" b="1">
                <a:solidFill>
                  <a:srgbClr val="F8F8F8"/>
                </a:solidFill>
                <a:latin typeface="Verdana" panose="020B0604030504040204" pitchFamily="34" charset="0"/>
              </a:rPr>
              <a:t>Acknowledgements</a:t>
            </a:r>
          </a:p>
        </p:txBody>
      </p:sp>
      <p:sp>
        <p:nvSpPr>
          <p:cNvPr id="12301" name="Text Box 741">
            <a:extLst>
              <a:ext uri="{FF2B5EF4-FFF2-40B4-BE49-F238E27FC236}">
                <a16:creationId xmlns:a16="http://schemas.microsoft.com/office/drawing/2014/main" id="{F870AC17-49E4-4367-8733-AD4D6C125D51}"/>
              </a:ext>
            </a:extLst>
          </p:cNvPr>
          <p:cNvSpPr txBox="1">
            <a:spLocks noChangeArrowheads="1"/>
          </p:cNvSpPr>
          <p:nvPr/>
        </p:nvSpPr>
        <p:spPr bwMode="auto">
          <a:xfrm>
            <a:off x="28506738" y="13323888"/>
            <a:ext cx="7410450" cy="438150"/>
          </a:xfrm>
          <a:prstGeom prst="rect">
            <a:avLst/>
          </a:prstGeom>
          <a:solidFill>
            <a:srgbClr val="00376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450" tIns="34218" rIns="68450" bIns="34218">
            <a:spAutoFit/>
          </a:bodyPr>
          <a:lstStyle>
            <a:lvl1pPr>
              <a:defRPr sz="2300">
                <a:solidFill>
                  <a:schemeClr val="tx1"/>
                </a:solidFill>
                <a:latin typeface="Arial Narrow" panose="020B0606020202030204" pitchFamily="34" charset="0"/>
                <a:ea typeface="MS PGothic" panose="020B0600070205080204" pitchFamily="34" charset="-128"/>
              </a:defRPr>
            </a:lvl1pPr>
            <a:lvl2pPr marL="742950" indent="-285750">
              <a:defRPr sz="2300">
                <a:solidFill>
                  <a:schemeClr val="tx1"/>
                </a:solidFill>
                <a:latin typeface="Arial Narrow" panose="020B0606020202030204" pitchFamily="34" charset="0"/>
                <a:ea typeface="MS PGothic" panose="020B0600070205080204" pitchFamily="34" charset="-128"/>
              </a:defRPr>
            </a:lvl2pPr>
            <a:lvl3pPr marL="1143000" indent="-228600">
              <a:defRPr sz="2300">
                <a:solidFill>
                  <a:schemeClr val="tx1"/>
                </a:solidFill>
                <a:latin typeface="Arial Narrow" panose="020B0606020202030204" pitchFamily="34" charset="0"/>
                <a:ea typeface="MS PGothic" panose="020B0600070205080204" pitchFamily="34" charset="-128"/>
              </a:defRPr>
            </a:lvl3pPr>
            <a:lvl4pPr marL="1600200" indent="-228600">
              <a:defRPr sz="2300">
                <a:solidFill>
                  <a:schemeClr val="tx1"/>
                </a:solidFill>
                <a:latin typeface="Arial Narrow" panose="020B0606020202030204" pitchFamily="34" charset="0"/>
                <a:ea typeface="MS PGothic" panose="020B0600070205080204" pitchFamily="34" charset="-128"/>
              </a:defRPr>
            </a:lvl4pPr>
            <a:lvl5pPr marL="2057400" indent="-228600">
              <a:defRPr sz="23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2400" b="1" dirty="0">
                <a:solidFill>
                  <a:srgbClr val="F8F8F8"/>
                </a:solidFill>
                <a:latin typeface="Verdana" panose="020B0604030504040204" pitchFamily="34" charset="0"/>
              </a:rPr>
              <a:t>Conclusions</a:t>
            </a:r>
          </a:p>
        </p:txBody>
      </p:sp>
      <p:sp>
        <p:nvSpPr>
          <p:cNvPr id="12303" name="Rectangle 7">
            <a:extLst>
              <a:ext uri="{FF2B5EF4-FFF2-40B4-BE49-F238E27FC236}">
                <a16:creationId xmlns:a16="http://schemas.microsoft.com/office/drawing/2014/main" id="{25F6E66D-2318-4078-9613-029A617CE6DF}"/>
              </a:ext>
            </a:extLst>
          </p:cNvPr>
          <p:cNvSpPr>
            <a:spLocks noChangeArrowheads="1"/>
          </p:cNvSpPr>
          <p:nvPr/>
        </p:nvSpPr>
        <p:spPr bwMode="auto">
          <a:xfrm>
            <a:off x="685800" y="4229100"/>
            <a:ext cx="8426450" cy="1975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endParaRPr lang="en-US" altLang="en-US" sz="2900"/>
          </a:p>
        </p:txBody>
      </p:sp>
      <p:sp>
        <p:nvSpPr>
          <p:cNvPr id="12304" name="Rectangle 11">
            <a:extLst>
              <a:ext uri="{FF2B5EF4-FFF2-40B4-BE49-F238E27FC236}">
                <a16:creationId xmlns:a16="http://schemas.microsoft.com/office/drawing/2014/main" id="{26220ED0-A105-4D06-B909-4D415E69D09B}"/>
              </a:ext>
            </a:extLst>
          </p:cNvPr>
          <p:cNvSpPr>
            <a:spLocks noChangeArrowheads="1"/>
          </p:cNvSpPr>
          <p:nvPr/>
        </p:nvSpPr>
        <p:spPr bwMode="auto">
          <a:xfrm>
            <a:off x="152400" y="0"/>
            <a:ext cx="533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0" tIns="457200" rIns="457200" bIns="457200">
            <a:spAutoFit/>
          </a:bodyPr>
          <a:lstStyle>
            <a:lvl1pPr defTabSz="4389438">
              <a:defRPr sz="2300">
                <a:solidFill>
                  <a:schemeClr val="tx1"/>
                </a:solidFill>
                <a:latin typeface="Arial Narrow" panose="020B0606020202030204" pitchFamily="34" charset="0"/>
                <a:ea typeface="MS PGothic" panose="020B0600070205080204" pitchFamily="34" charset="-128"/>
              </a:defRPr>
            </a:lvl1pPr>
            <a:lvl2pPr defTabSz="4389438">
              <a:defRPr sz="2300">
                <a:solidFill>
                  <a:schemeClr val="tx1"/>
                </a:solidFill>
                <a:latin typeface="Arial Narrow" panose="020B0606020202030204" pitchFamily="34" charset="0"/>
                <a:ea typeface="MS PGothic" panose="020B0600070205080204" pitchFamily="34" charset="-128"/>
              </a:defRPr>
            </a:lvl2pPr>
            <a:lvl3pPr defTabSz="4389438">
              <a:defRPr sz="2300">
                <a:solidFill>
                  <a:schemeClr val="tx1"/>
                </a:solidFill>
                <a:latin typeface="Arial Narrow" panose="020B0606020202030204" pitchFamily="34" charset="0"/>
                <a:ea typeface="MS PGothic" panose="020B0600070205080204" pitchFamily="34" charset="-128"/>
              </a:defRPr>
            </a:lvl3pPr>
            <a:lvl4pPr defTabSz="4389438">
              <a:defRPr sz="2300">
                <a:solidFill>
                  <a:schemeClr val="tx1"/>
                </a:solidFill>
                <a:latin typeface="Arial Narrow" panose="020B0606020202030204" pitchFamily="34" charset="0"/>
                <a:ea typeface="MS PGothic" panose="020B0600070205080204" pitchFamily="34" charset="-128"/>
              </a:defRPr>
            </a:lvl4pPr>
            <a:lvl5pPr defTabSz="4389438">
              <a:defRPr sz="2300">
                <a:solidFill>
                  <a:schemeClr val="tx1"/>
                </a:solidFill>
                <a:latin typeface="Arial Narrow" panose="020B0606020202030204" pitchFamily="34" charset="0"/>
                <a:ea typeface="MS PGothic" panose="020B0600070205080204" pitchFamily="34" charset="-128"/>
              </a:defRPr>
            </a:lvl5pPr>
            <a:lvl6pPr marL="19145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3717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28289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286125" indent="371475" defTabSz="4389438"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eaLnBrk="1" hangingPunct="1"/>
            <a:endParaRPr lang="en-US" altLang="en-US" sz="2900"/>
          </a:p>
        </p:txBody>
      </p:sp>
      <p:sp>
        <p:nvSpPr>
          <p:cNvPr id="17" name="Text Box 741">
            <a:extLst>
              <a:ext uri="{FF2B5EF4-FFF2-40B4-BE49-F238E27FC236}">
                <a16:creationId xmlns:a16="http://schemas.microsoft.com/office/drawing/2014/main" id="{A8FBD59F-D59A-4F49-95B9-F58A72B87A0B}"/>
              </a:ext>
            </a:extLst>
          </p:cNvPr>
          <p:cNvSpPr txBox="1">
            <a:spLocks noChangeArrowheads="1"/>
          </p:cNvSpPr>
          <p:nvPr/>
        </p:nvSpPr>
        <p:spPr bwMode="auto">
          <a:xfrm>
            <a:off x="28506738" y="20021550"/>
            <a:ext cx="7410450" cy="438150"/>
          </a:xfrm>
          <a:prstGeom prst="rect">
            <a:avLst/>
          </a:prstGeom>
          <a:solidFill>
            <a:srgbClr val="00376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450" tIns="34218" rIns="68450" bIns="34218">
            <a:spAutoFit/>
          </a:bodyPr>
          <a:lstStyle>
            <a:lvl1pPr>
              <a:defRPr sz="2300">
                <a:solidFill>
                  <a:schemeClr val="tx1"/>
                </a:solidFill>
                <a:latin typeface="Arial Narrow" panose="020B0606020202030204" pitchFamily="34" charset="0"/>
                <a:ea typeface="MS PGothic" panose="020B0600070205080204" pitchFamily="34" charset="-128"/>
              </a:defRPr>
            </a:lvl1pPr>
            <a:lvl2pPr marL="742950" indent="-285750">
              <a:defRPr sz="2300">
                <a:solidFill>
                  <a:schemeClr val="tx1"/>
                </a:solidFill>
                <a:latin typeface="Arial Narrow" panose="020B0606020202030204" pitchFamily="34" charset="0"/>
                <a:ea typeface="MS PGothic" panose="020B0600070205080204" pitchFamily="34" charset="-128"/>
              </a:defRPr>
            </a:lvl2pPr>
            <a:lvl3pPr marL="1143000" indent="-228600">
              <a:defRPr sz="2300">
                <a:solidFill>
                  <a:schemeClr val="tx1"/>
                </a:solidFill>
                <a:latin typeface="Arial Narrow" panose="020B0606020202030204" pitchFamily="34" charset="0"/>
                <a:ea typeface="MS PGothic" panose="020B0600070205080204" pitchFamily="34" charset="-128"/>
              </a:defRPr>
            </a:lvl3pPr>
            <a:lvl4pPr marL="1600200" indent="-228600">
              <a:defRPr sz="2300">
                <a:solidFill>
                  <a:schemeClr val="tx1"/>
                </a:solidFill>
                <a:latin typeface="Arial Narrow" panose="020B0606020202030204" pitchFamily="34" charset="0"/>
                <a:ea typeface="MS PGothic" panose="020B0600070205080204" pitchFamily="34" charset="-128"/>
              </a:defRPr>
            </a:lvl4pPr>
            <a:lvl5pPr marL="2057400" indent="-228600">
              <a:defRPr sz="23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2400" b="1">
                <a:solidFill>
                  <a:srgbClr val="F8F8F8"/>
                </a:solidFill>
                <a:latin typeface="Verdana" panose="020B0604030504040204" pitchFamily="34" charset="0"/>
              </a:rPr>
              <a:t>References</a:t>
            </a:r>
          </a:p>
        </p:txBody>
      </p:sp>
      <p:pic>
        <p:nvPicPr>
          <p:cNvPr id="3" name="Picture 3">
            <a:extLst>
              <a:ext uri="{FF2B5EF4-FFF2-40B4-BE49-F238E27FC236}">
                <a16:creationId xmlns:a16="http://schemas.microsoft.com/office/drawing/2014/main" id="{50A944EE-1069-25EC-7F67-5F16FFE38901}"/>
              </a:ext>
            </a:extLst>
          </p:cNvPr>
          <p:cNvPicPr>
            <a:picLocks noChangeAspect="1"/>
          </p:cNvPicPr>
          <p:nvPr/>
        </p:nvPicPr>
        <p:blipFill>
          <a:blip r:embed="rId5"/>
          <a:stretch>
            <a:fillRect/>
          </a:stretch>
        </p:blipFill>
        <p:spPr>
          <a:xfrm>
            <a:off x="1795308" y="1257184"/>
            <a:ext cx="5890547" cy="1733811"/>
          </a:xfrm>
          <a:prstGeom prst="rect">
            <a:avLst/>
          </a:prstGeom>
        </p:spPr>
      </p:pic>
      <p:sp>
        <p:nvSpPr>
          <p:cNvPr id="5" name="Text Box 3">
            <a:extLst>
              <a:ext uri="{FF2B5EF4-FFF2-40B4-BE49-F238E27FC236}">
                <a16:creationId xmlns:a16="http://schemas.microsoft.com/office/drawing/2014/main" id="{E9041CD1-9CA8-7FE5-88CA-4C1C6C7BF47F}"/>
              </a:ext>
            </a:extLst>
          </p:cNvPr>
          <p:cNvSpPr txBox="1">
            <a:spLocks noChangeArrowheads="1"/>
          </p:cNvSpPr>
          <p:nvPr/>
        </p:nvSpPr>
        <p:spPr bwMode="auto">
          <a:xfrm>
            <a:off x="31263652" y="2913878"/>
            <a:ext cx="8056785" cy="592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306" tIns="49654" rIns="99306" bIns="49654" anchor="t">
            <a:spAutoFit/>
          </a:bodyPr>
          <a:lstStyle>
            <a:lvl1pPr defTabSz="4387850">
              <a:defRPr sz="2300">
                <a:solidFill>
                  <a:schemeClr val="tx1"/>
                </a:solidFill>
                <a:latin typeface="Arial Narrow" panose="020B0606020202030204" pitchFamily="34" charset="0"/>
                <a:ea typeface="MS PGothic" panose="020B0600070205080204" pitchFamily="34" charset="-128"/>
              </a:defRPr>
            </a:lvl1pPr>
            <a:lvl2pPr marL="742950" indent="-285750" defTabSz="4387850">
              <a:defRPr sz="2300">
                <a:solidFill>
                  <a:schemeClr val="tx1"/>
                </a:solidFill>
                <a:latin typeface="Arial Narrow" panose="020B0606020202030204" pitchFamily="34" charset="0"/>
                <a:ea typeface="MS PGothic" panose="020B0600070205080204" pitchFamily="34" charset="-128"/>
              </a:defRPr>
            </a:lvl2pPr>
            <a:lvl3pPr marL="1143000" indent="-228600" defTabSz="4387850">
              <a:defRPr sz="2300">
                <a:solidFill>
                  <a:schemeClr val="tx1"/>
                </a:solidFill>
                <a:latin typeface="Arial Narrow" panose="020B0606020202030204" pitchFamily="34" charset="0"/>
                <a:ea typeface="MS PGothic" panose="020B0600070205080204" pitchFamily="34" charset="-128"/>
              </a:defRPr>
            </a:lvl3pPr>
            <a:lvl4pPr marL="1600200" indent="-228600" defTabSz="4387850">
              <a:defRPr sz="2300">
                <a:solidFill>
                  <a:schemeClr val="tx1"/>
                </a:solidFill>
                <a:latin typeface="Arial Narrow" panose="020B0606020202030204" pitchFamily="34" charset="0"/>
                <a:ea typeface="MS PGothic" panose="020B0600070205080204" pitchFamily="34" charset="-128"/>
              </a:defRPr>
            </a:lvl4pPr>
            <a:lvl5pPr marL="2057400" indent="-228600" defTabSz="4387850">
              <a:defRPr sz="2300">
                <a:solidFill>
                  <a:schemeClr val="tx1"/>
                </a:solidFill>
                <a:latin typeface="Arial Narrow" panose="020B0606020202030204" pitchFamily="34" charset="0"/>
                <a:ea typeface="MS PGothic" panose="020B0600070205080204" pitchFamily="34" charset="-128"/>
              </a:defRPr>
            </a:lvl5pPr>
            <a:lvl6pPr marL="2514600" indent="-228600" defTabSz="438785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6pPr>
            <a:lvl7pPr marL="2971800" indent="-228600" defTabSz="438785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7pPr>
            <a:lvl8pPr marL="3429000" indent="-228600" defTabSz="438785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8pPr>
            <a:lvl9pPr marL="3886200" indent="-228600" defTabSz="4387850" eaLnBrk="0" fontAlgn="base" hangingPunct="0">
              <a:spcBef>
                <a:spcPct val="0"/>
              </a:spcBef>
              <a:spcAft>
                <a:spcPct val="0"/>
              </a:spcAft>
              <a:defRPr sz="2300">
                <a:solidFill>
                  <a:schemeClr val="tx1"/>
                </a:solidFill>
                <a:latin typeface="Arial Narrow" panose="020B0606020202030204" pitchFamily="34" charset="0"/>
                <a:ea typeface="MS PGothic" panose="020B0600070205080204" pitchFamily="34" charset="-128"/>
              </a:defRPr>
            </a:lvl9pPr>
          </a:lstStyle>
          <a:p>
            <a:pPr algn="ctr" eaLnBrk="1" hangingPunct="1">
              <a:buClr>
                <a:srgbClr val="CC3300"/>
              </a:buClr>
            </a:pPr>
            <a:r>
              <a:rPr lang="en-US" altLang="en-US" sz="3200">
                <a:solidFill>
                  <a:srgbClr val="000000"/>
                </a:solidFill>
                <a:latin typeface="Arial"/>
                <a:ea typeface="MS PGothic"/>
                <a:cs typeface="Arial"/>
              </a:rPr>
              <a:t>June 2026</a:t>
            </a:r>
            <a:endParaRPr lang="en-US" sz="3200" dirty="0"/>
          </a:p>
        </p:txBody>
      </p:sp>
      <p:pic>
        <p:nvPicPr>
          <p:cNvPr id="7" name="Picture 3" descr="A picture containing shape&#10;&#10;Description automatically generated">
            <a:extLst>
              <a:ext uri="{FF2B5EF4-FFF2-40B4-BE49-F238E27FC236}">
                <a16:creationId xmlns:a16="http://schemas.microsoft.com/office/drawing/2014/main" id="{F2E1986C-D031-1FE3-896A-54B7C1C6FD68}"/>
              </a:ext>
            </a:extLst>
          </p:cNvPr>
          <p:cNvPicPr>
            <a:picLocks noChangeAspect="1"/>
          </p:cNvPicPr>
          <p:nvPr/>
        </p:nvPicPr>
        <p:blipFill rotWithShape="1">
          <a:blip r:embed="rId6"/>
          <a:srcRect l="-4151" t="-1172" r="-3774" b="70288"/>
          <a:stretch/>
        </p:blipFill>
        <p:spPr>
          <a:xfrm>
            <a:off x="33881587" y="978903"/>
            <a:ext cx="2818715" cy="1950570"/>
          </a:xfrm>
          <a:prstGeom prst="rect">
            <a:avLst/>
          </a:prstGeom>
        </p:spPr>
      </p:pic>
      <p:sp>
        <p:nvSpPr>
          <p:cNvPr id="8" name="TextBox 7">
            <a:extLst>
              <a:ext uri="{FF2B5EF4-FFF2-40B4-BE49-F238E27FC236}">
                <a16:creationId xmlns:a16="http://schemas.microsoft.com/office/drawing/2014/main" id="{66E10585-765E-7EE0-4D6B-1817BB9B8F8B}"/>
              </a:ext>
            </a:extLst>
          </p:cNvPr>
          <p:cNvSpPr txBox="1"/>
          <p:nvPr/>
        </p:nvSpPr>
        <p:spPr>
          <a:xfrm>
            <a:off x="1571625" y="5175072"/>
            <a:ext cx="7396162" cy="8586966"/>
          </a:xfrm>
          <a:prstGeom prst="rect">
            <a:avLst/>
          </a:prstGeom>
          <a:noFill/>
        </p:spPr>
        <p:txBody>
          <a:bodyPr wrap="square" rtlCol="0">
            <a:spAutoFit/>
          </a:bodyPr>
          <a:lstStyle/>
          <a:p>
            <a:pPr algn="ctr"/>
            <a:r>
              <a:rPr lang="en-US" b="1" u="sng" dirty="0"/>
              <a:t>Problem</a:t>
            </a:r>
            <a:endParaRPr lang="en-US" dirty="0"/>
          </a:p>
          <a:p>
            <a:r>
              <a:rPr lang="en-US" dirty="0"/>
              <a:t>Most gyro controllers use fixed sensitivity curves that do not adapt to how different users naturally move their wrists. This forces users to manually adjust settings or adapt their own movements to fit the device. My controller solves this with adaptive assistance that learns user movement patterns and automatically adjusts sensitivity, filter strength, and gesture detection over time.</a:t>
            </a:r>
          </a:p>
          <a:p>
            <a:endParaRPr lang="en-US" dirty="0"/>
          </a:p>
          <a:p>
            <a:pPr algn="ctr"/>
            <a:r>
              <a:rPr lang="en-US" b="1" u="sng" dirty="0"/>
              <a:t>Solution</a:t>
            </a:r>
            <a:r>
              <a:rPr lang="en-US" dirty="0"/>
              <a:t> </a:t>
            </a:r>
          </a:p>
          <a:p>
            <a:r>
              <a:rPr lang="en-US" dirty="0"/>
              <a:t>My senior project is a one-handed accessibility controller which primarily uses gyro-based input to control computer actions like cursor movement and inputs using gestures. The device also provides adaptive assistance allowing it to learn the user’s movement patterns and automatically adjust configurable values including sensitivity, filter strength, and gestures detection.</a:t>
            </a:r>
          </a:p>
          <a:p>
            <a:endParaRPr lang="en-US" dirty="0"/>
          </a:p>
          <a:p>
            <a:pPr algn="ctr"/>
            <a:r>
              <a:rPr lang="en-US" b="1" u="sng" dirty="0"/>
              <a:t>Key Innovation</a:t>
            </a:r>
            <a:endParaRPr lang="en-US" dirty="0"/>
          </a:p>
          <a:p>
            <a:r>
              <a:rPr lang="en-US" dirty="0"/>
              <a:t>The adaptive assistance of this device is what sets it apart from other gyro-based devices, by continuously logging user movement data and inputs, It put those numbers into an algorithm which analyzes patterns and averages and recommends changes to settings that has the potential of making the device match a specific user better. This reduces the need to fine tune any settings and eliminates any otherwise manual configuration.</a:t>
            </a:r>
          </a:p>
        </p:txBody>
      </p:sp>
      <p:sp>
        <p:nvSpPr>
          <p:cNvPr id="9" name="TextBox 8">
            <a:extLst>
              <a:ext uri="{FF2B5EF4-FFF2-40B4-BE49-F238E27FC236}">
                <a16:creationId xmlns:a16="http://schemas.microsoft.com/office/drawing/2014/main" id="{9783DE34-DEBC-E07A-B3C5-575F93AFD96E}"/>
              </a:ext>
            </a:extLst>
          </p:cNvPr>
          <p:cNvSpPr txBox="1"/>
          <p:nvPr/>
        </p:nvSpPr>
        <p:spPr>
          <a:xfrm>
            <a:off x="1565275" y="17080161"/>
            <a:ext cx="7410450" cy="4078039"/>
          </a:xfrm>
          <a:prstGeom prst="rect">
            <a:avLst/>
          </a:prstGeom>
          <a:noFill/>
        </p:spPr>
        <p:txBody>
          <a:bodyPr wrap="square" rtlCol="0">
            <a:spAutoFit/>
          </a:bodyPr>
          <a:lstStyle/>
          <a:p>
            <a:pPr marL="342900" indent="-342900">
              <a:buFont typeface="Arial" panose="020B0604020202020204" pitchFamily="34" charset="0"/>
              <a:buChar char="•"/>
            </a:pPr>
            <a:r>
              <a:rPr lang="en-US" sz="2400" b="1" dirty="0"/>
              <a:t>One-handed design</a:t>
            </a:r>
            <a:r>
              <a:rPr lang="en-US" sz="2400" dirty="0"/>
              <a:t> – Symmetrical design which works for either hand.</a:t>
            </a:r>
          </a:p>
          <a:p>
            <a:pPr marL="342900" indent="-342900">
              <a:buFont typeface="Arial" panose="020B0604020202020204" pitchFamily="34" charset="0"/>
              <a:buChar char="•"/>
            </a:pPr>
            <a:r>
              <a:rPr lang="en-US" sz="2400" b="1" dirty="0"/>
              <a:t>Gesture detection</a:t>
            </a:r>
            <a:r>
              <a:rPr lang="en-US" sz="2400" dirty="0"/>
              <a:t> – Quick inputs based on movement.</a:t>
            </a:r>
          </a:p>
          <a:p>
            <a:pPr marL="342900" indent="-342900">
              <a:buFont typeface="Arial" panose="020B0604020202020204" pitchFamily="34" charset="0"/>
              <a:buChar char="•"/>
            </a:pPr>
            <a:r>
              <a:rPr lang="en-US" sz="2400" b="1" dirty="0"/>
              <a:t>Adaptive learning</a:t>
            </a:r>
            <a:r>
              <a:rPr lang="en-US" sz="2400" dirty="0"/>
              <a:t> – System self-tunes to your movements making it more convenient to use.</a:t>
            </a:r>
          </a:p>
          <a:p>
            <a:pPr marL="342900" indent="-342900">
              <a:buFont typeface="Arial" panose="020B0604020202020204" pitchFamily="34" charset="0"/>
              <a:buChar char="•"/>
            </a:pPr>
            <a:r>
              <a:rPr lang="en-US" b="1" dirty="0"/>
              <a:t>Battery Powered</a:t>
            </a:r>
            <a:r>
              <a:rPr lang="en-US" dirty="0"/>
              <a:t> – 500mAh LiPo Battery with USB-C charging and load sharing capability.</a:t>
            </a:r>
          </a:p>
          <a:p>
            <a:pPr marL="342900" indent="-342900">
              <a:buFont typeface="Arial" panose="020B0604020202020204" pitchFamily="34" charset="0"/>
              <a:buChar char="•"/>
            </a:pPr>
            <a:r>
              <a:rPr lang="en-US" b="1" dirty="0"/>
              <a:t>Wireless Connectivity</a:t>
            </a:r>
            <a:r>
              <a:rPr lang="en-US" dirty="0"/>
              <a:t> – On-board BLE chip utilizing HID protocol</a:t>
            </a:r>
          </a:p>
          <a:p>
            <a:endParaRPr lang="en-US" sz="2400" dirty="0"/>
          </a:p>
          <a:p>
            <a:endParaRPr lang="en-US" dirty="0"/>
          </a:p>
        </p:txBody>
      </p:sp>
      <p:sp>
        <p:nvSpPr>
          <p:cNvPr id="10" name="TextBox 9">
            <a:extLst>
              <a:ext uri="{FF2B5EF4-FFF2-40B4-BE49-F238E27FC236}">
                <a16:creationId xmlns:a16="http://schemas.microsoft.com/office/drawing/2014/main" id="{148E1928-32C3-624C-52FF-8B6369D11343}"/>
              </a:ext>
            </a:extLst>
          </p:cNvPr>
          <p:cNvSpPr txBox="1"/>
          <p:nvPr/>
        </p:nvSpPr>
        <p:spPr>
          <a:xfrm>
            <a:off x="1571625" y="21544520"/>
            <a:ext cx="7396162" cy="446276"/>
          </a:xfrm>
          <a:prstGeom prst="rect">
            <a:avLst/>
          </a:prstGeom>
          <a:noFill/>
        </p:spPr>
        <p:txBody>
          <a:bodyPr wrap="square" rtlCol="0">
            <a:spAutoFit/>
          </a:bodyPr>
          <a:lstStyle/>
          <a:p>
            <a:r>
              <a:rPr lang="en-US" dirty="0"/>
              <a:t>Thanks to my colleagues as well as my Senior Project Advisor.</a:t>
            </a:r>
          </a:p>
        </p:txBody>
      </p:sp>
      <p:sp>
        <p:nvSpPr>
          <p:cNvPr id="11" name="TextBox 10">
            <a:extLst>
              <a:ext uri="{FF2B5EF4-FFF2-40B4-BE49-F238E27FC236}">
                <a16:creationId xmlns:a16="http://schemas.microsoft.com/office/drawing/2014/main" id="{BCA93397-AF01-B03A-34EC-88D74AAAE19B}"/>
              </a:ext>
            </a:extLst>
          </p:cNvPr>
          <p:cNvSpPr txBox="1"/>
          <p:nvPr/>
        </p:nvSpPr>
        <p:spPr>
          <a:xfrm>
            <a:off x="10428287" y="4728876"/>
            <a:ext cx="16683037" cy="1862048"/>
          </a:xfrm>
          <a:prstGeom prst="rect">
            <a:avLst/>
          </a:prstGeom>
          <a:noFill/>
        </p:spPr>
        <p:txBody>
          <a:bodyPr wrap="square" rtlCol="0">
            <a:spAutoFit/>
          </a:bodyPr>
          <a:lstStyle/>
          <a:p>
            <a:pPr algn="ctr"/>
            <a:r>
              <a:rPr lang="en-US" b="1" u="sng" dirty="0"/>
              <a:t>PCB</a:t>
            </a:r>
          </a:p>
          <a:p>
            <a:pPr marL="457200" indent="-457200">
              <a:buFont typeface="Arial" panose="020B0604020202020204" pitchFamily="34" charset="0"/>
              <a:buChar char="•"/>
            </a:pPr>
            <a:r>
              <a:rPr lang="en-US" b="1" dirty="0"/>
              <a:t>Two Board Stacked Layout</a:t>
            </a:r>
            <a:r>
              <a:rPr lang="en-US" dirty="0"/>
              <a:t> – Bottom board mounts microcontroller and IMU; top board holds joysticks, buttons, and power circuitry</a:t>
            </a:r>
          </a:p>
          <a:p>
            <a:pPr marL="457200" indent="-457200">
              <a:buFont typeface="Arial" panose="020B0604020202020204" pitchFamily="34" charset="0"/>
              <a:buChar char="•"/>
            </a:pPr>
            <a:r>
              <a:rPr lang="en-US" b="1" dirty="0"/>
              <a:t>Board-to-Board Connection</a:t>
            </a:r>
            <a:r>
              <a:rPr lang="en-US" dirty="0"/>
              <a:t> – Pin sockets and pin headers connect the two PCBs vertically, minimizing footprint while allowing removeable parts.</a:t>
            </a:r>
          </a:p>
          <a:p>
            <a:pPr marL="457200" indent="-457200">
              <a:buFont typeface="Arial" panose="020B0604020202020204" pitchFamily="34" charset="0"/>
              <a:buChar char="•"/>
            </a:pPr>
            <a:r>
              <a:rPr lang="en-US" b="1" dirty="0"/>
              <a:t>Designed in </a:t>
            </a:r>
            <a:r>
              <a:rPr lang="en-US" b="1" dirty="0" err="1"/>
              <a:t>KiCad</a:t>
            </a:r>
            <a:r>
              <a:rPr lang="en-US" dirty="0"/>
              <a:t> – Four usable maximize component density in a compact form factor</a:t>
            </a:r>
          </a:p>
          <a:p>
            <a:endParaRPr lang="en-US" dirty="0"/>
          </a:p>
        </p:txBody>
      </p:sp>
      <p:pic>
        <p:nvPicPr>
          <p:cNvPr id="12" name="Picture 11">
            <a:extLst>
              <a:ext uri="{FF2B5EF4-FFF2-40B4-BE49-F238E27FC236}">
                <a16:creationId xmlns:a16="http://schemas.microsoft.com/office/drawing/2014/main" id="{5A7805A3-DB11-E6B0-90F0-417AA6F782DA}"/>
              </a:ext>
            </a:extLst>
          </p:cNvPr>
          <p:cNvPicPr>
            <a:picLocks noChangeAspect="1"/>
          </p:cNvPicPr>
          <p:nvPr/>
        </p:nvPicPr>
        <p:blipFill>
          <a:blip r:embed="rId7"/>
          <a:stretch>
            <a:fillRect/>
          </a:stretch>
        </p:blipFill>
        <p:spPr>
          <a:xfrm>
            <a:off x="19273533" y="6354962"/>
            <a:ext cx="6392091" cy="5053434"/>
          </a:xfrm>
          <a:prstGeom prst="rect">
            <a:avLst/>
          </a:prstGeom>
        </p:spPr>
      </p:pic>
      <p:pic>
        <p:nvPicPr>
          <p:cNvPr id="13" name="Picture 12">
            <a:extLst>
              <a:ext uri="{FF2B5EF4-FFF2-40B4-BE49-F238E27FC236}">
                <a16:creationId xmlns:a16="http://schemas.microsoft.com/office/drawing/2014/main" id="{E610CEC8-5ED8-13E8-7E9D-1106B52EFDFA}"/>
              </a:ext>
            </a:extLst>
          </p:cNvPr>
          <p:cNvPicPr>
            <a:picLocks noChangeAspect="1"/>
          </p:cNvPicPr>
          <p:nvPr/>
        </p:nvPicPr>
        <p:blipFill>
          <a:blip r:embed="rId8"/>
          <a:stretch>
            <a:fillRect/>
          </a:stretch>
        </p:blipFill>
        <p:spPr>
          <a:xfrm>
            <a:off x="11824779" y="6354962"/>
            <a:ext cx="6392090" cy="5053432"/>
          </a:xfrm>
          <a:prstGeom prst="rect">
            <a:avLst/>
          </a:prstGeom>
        </p:spPr>
      </p:pic>
      <p:sp>
        <p:nvSpPr>
          <p:cNvPr id="14" name="TextBox 13">
            <a:extLst>
              <a:ext uri="{FF2B5EF4-FFF2-40B4-BE49-F238E27FC236}">
                <a16:creationId xmlns:a16="http://schemas.microsoft.com/office/drawing/2014/main" id="{A011B686-97B1-21DA-C49B-C38761A9C0F1}"/>
              </a:ext>
            </a:extLst>
          </p:cNvPr>
          <p:cNvSpPr txBox="1"/>
          <p:nvPr/>
        </p:nvSpPr>
        <p:spPr>
          <a:xfrm>
            <a:off x="10396294" y="11726193"/>
            <a:ext cx="16832506" cy="1862048"/>
          </a:xfrm>
          <a:prstGeom prst="rect">
            <a:avLst/>
          </a:prstGeom>
          <a:noFill/>
        </p:spPr>
        <p:txBody>
          <a:bodyPr wrap="square" rtlCol="0">
            <a:spAutoFit/>
          </a:bodyPr>
          <a:lstStyle/>
          <a:p>
            <a:pPr algn="ctr"/>
            <a:r>
              <a:rPr lang="en-US" b="1" u="sng" dirty="0"/>
              <a:t>3d Model Design</a:t>
            </a:r>
          </a:p>
          <a:p>
            <a:pPr marL="342900" indent="-342900">
              <a:buFont typeface="Arial" panose="020B0604020202020204" pitchFamily="34" charset="0"/>
              <a:buChar char="•"/>
            </a:pPr>
            <a:r>
              <a:rPr lang="en-US" b="1" dirty="0"/>
              <a:t>Three-Part Enclosure</a:t>
            </a:r>
            <a:r>
              <a:rPr lang="en-US" dirty="0"/>
              <a:t> – Controller head, handle, and backplate designed in Autodesk Inventor for simplified assembly and printing.</a:t>
            </a:r>
          </a:p>
          <a:p>
            <a:pPr marL="342900" indent="-342900">
              <a:buFont typeface="Arial" panose="020B0604020202020204" pitchFamily="34" charset="0"/>
              <a:buChar char="•"/>
            </a:pPr>
            <a:r>
              <a:rPr lang="en-US" b="1" dirty="0"/>
              <a:t>Internal Mounting</a:t>
            </a:r>
            <a:r>
              <a:rPr lang="en-US" dirty="0"/>
              <a:t> – PCB attaches to backplate via standoffs and M3 screws  handle secures to head with more M3 screws and mounting block for stability. </a:t>
            </a:r>
          </a:p>
          <a:p>
            <a:endParaRPr lang="en-US" dirty="0"/>
          </a:p>
        </p:txBody>
      </p:sp>
      <p:pic>
        <p:nvPicPr>
          <p:cNvPr id="15" name="Picture 14">
            <a:extLst>
              <a:ext uri="{FF2B5EF4-FFF2-40B4-BE49-F238E27FC236}">
                <a16:creationId xmlns:a16="http://schemas.microsoft.com/office/drawing/2014/main" id="{8C6381A3-5E5A-D949-0449-7DD407667B99}"/>
              </a:ext>
            </a:extLst>
          </p:cNvPr>
          <p:cNvPicPr>
            <a:picLocks noChangeAspect="1"/>
          </p:cNvPicPr>
          <p:nvPr/>
        </p:nvPicPr>
        <p:blipFill>
          <a:blip r:embed="rId9"/>
          <a:stretch>
            <a:fillRect/>
          </a:stretch>
        </p:blipFill>
        <p:spPr>
          <a:xfrm>
            <a:off x="21277243" y="13274138"/>
            <a:ext cx="3938234" cy="4010378"/>
          </a:xfrm>
          <a:prstGeom prst="rect">
            <a:avLst/>
          </a:prstGeom>
        </p:spPr>
      </p:pic>
      <p:pic>
        <p:nvPicPr>
          <p:cNvPr id="16" name="Picture 15">
            <a:extLst>
              <a:ext uri="{FF2B5EF4-FFF2-40B4-BE49-F238E27FC236}">
                <a16:creationId xmlns:a16="http://schemas.microsoft.com/office/drawing/2014/main" id="{703A8B66-F03A-4728-119B-00991E6F7B4C}"/>
              </a:ext>
            </a:extLst>
          </p:cNvPr>
          <p:cNvPicPr>
            <a:picLocks noChangeAspect="1"/>
          </p:cNvPicPr>
          <p:nvPr/>
        </p:nvPicPr>
        <p:blipFill>
          <a:blip r:embed="rId10"/>
          <a:stretch>
            <a:fillRect/>
          </a:stretch>
        </p:blipFill>
        <p:spPr>
          <a:xfrm>
            <a:off x="11611497" y="13274138"/>
            <a:ext cx="4601660" cy="4168249"/>
          </a:xfrm>
          <a:prstGeom prst="rect">
            <a:avLst/>
          </a:prstGeom>
        </p:spPr>
      </p:pic>
      <p:sp>
        <p:nvSpPr>
          <p:cNvPr id="18" name="TextBox 17">
            <a:extLst>
              <a:ext uri="{FF2B5EF4-FFF2-40B4-BE49-F238E27FC236}">
                <a16:creationId xmlns:a16="http://schemas.microsoft.com/office/drawing/2014/main" id="{2EFECE93-F852-F00E-EAFE-87509D036272}"/>
              </a:ext>
            </a:extLst>
          </p:cNvPr>
          <p:cNvSpPr txBox="1"/>
          <p:nvPr/>
        </p:nvSpPr>
        <p:spPr>
          <a:xfrm>
            <a:off x="10532818" y="17517606"/>
            <a:ext cx="16473974" cy="6109365"/>
          </a:xfrm>
          <a:prstGeom prst="rect">
            <a:avLst/>
          </a:prstGeom>
          <a:noFill/>
        </p:spPr>
        <p:txBody>
          <a:bodyPr wrap="square" rtlCol="0">
            <a:spAutoFit/>
          </a:bodyPr>
          <a:lstStyle/>
          <a:p>
            <a:pPr algn="ctr"/>
            <a:r>
              <a:rPr lang="en-US" b="1" u="sng" dirty="0"/>
              <a:t>Algorithms</a:t>
            </a:r>
          </a:p>
          <a:p>
            <a:pPr marL="342900" indent="-342900">
              <a:buFont typeface="Arial" panose="020B0604020202020204" pitchFamily="34" charset="0"/>
              <a:buChar char="•"/>
            </a:pPr>
            <a:r>
              <a:rPr lang="en-US" b="1" dirty="0"/>
              <a:t>Sensor Filtering</a:t>
            </a:r>
            <a:r>
              <a:rPr lang="en-US" dirty="0"/>
              <a:t> – Complementary filter combines gyroscope and accelerometer data for stable orientation; Low-pass and High-pass filters reduce noise and isolate gesture movements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b="1" dirty="0"/>
              <a:t>Gesture Recognition</a:t>
            </a:r>
            <a:r>
              <a:rPr lang="en-US" dirty="0"/>
              <a:t> – Calculates motion magnitude; triggers commands when magnitude passes adjustable threshold within specified timing window; includes cooldown to prevent false positives.</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Adaptive Analyzer</a:t>
            </a:r>
          </a:p>
          <a:p>
            <a:pPr marL="706438" lvl="1" indent="-342900">
              <a:buFont typeface="Courier New" panose="02070309020205020404" pitchFamily="49" charset="0"/>
              <a:buChar char="o"/>
            </a:pPr>
            <a:r>
              <a:rPr lang="en-US" dirty="0"/>
              <a:t>Continuous Data Logging – Records gyro magnitude, tilt angles, timing, and gesture success/failure rates onto </a:t>
            </a:r>
            <a:r>
              <a:rPr lang="en-US" dirty="0" err="1"/>
              <a:t>Sdcard</a:t>
            </a:r>
            <a:endParaRPr lang="en-US" dirty="0"/>
          </a:p>
          <a:p>
            <a:pPr marL="706438" lvl="1" indent="-342900">
              <a:buFont typeface="Courier New" panose="02070309020205020404" pitchFamily="49" charset="0"/>
              <a:buChar char="o"/>
            </a:pPr>
            <a:r>
              <a:rPr lang="en-US" dirty="0"/>
              <a:t>Pattern Detection – At periodic intervals, analyzes statistical data including average movement magnitude, common tilt ranges, and repeated gesture activation failures from similar movements in quick succession</a:t>
            </a:r>
          </a:p>
          <a:p>
            <a:pPr marL="706438" lvl="1" indent="-342900">
              <a:buFont typeface="Courier New" panose="02070309020205020404" pitchFamily="49" charset="0"/>
              <a:buChar char="o"/>
            </a:pPr>
            <a:r>
              <a:rPr lang="en-US" dirty="0"/>
              <a:t>Autonomous Adjustment – When patterns are detected, system suggest modifications to change to better match user behavior. Example: If repeat attempts needed to trigger a gesture, algorithm may increase timing window or lowers movement magnitude threshold</a:t>
            </a:r>
          </a:p>
          <a:p>
            <a:pPr marL="706438" lvl="1" indent="-342900">
              <a:buFont typeface="Courier New" panose="02070309020205020404" pitchFamily="49" charset="0"/>
              <a:buChar char="o"/>
            </a:pPr>
            <a:r>
              <a:rPr lang="en-US" dirty="0"/>
              <a:t>No User Configuration Required – All adjustments happen automatically in the background, making the controller more intuitive and comfortable the longer it is used</a:t>
            </a:r>
          </a:p>
          <a:p>
            <a:br>
              <a:rPr lang="en-US" dirty="0"/>
            </a:br>
            <a:endParaRPr lang="en-US" dirty="0"/>
          </a:p>
        </p:txBody>
      </p:sp>
      <p:pic>
        <p:nvPicPr>
          <p:cNvPr id="20" name="Picture 19">
            <a:extLst>
              <a:ext uri="{FF2B5EF4-FFF2-40B4-BE49-F238E27FC236}">
                <a16:creationId xmlns:a16="http://schemas.microsoft.com/office/drawing/2014/main" id="{0696FFD8-D5CC-47FF-9C5C-F1F04011F7DC}"/>
              </a:ext>
            </a:extLst>
          </p:cNvPr>
          <p:cNvPicPr>
            <a:picLocks noChangeAspect="1"/>
          </p:cNvPicPr>
          <p:nvPr/>
        </p:nvPicPr>
        <p:blipFill>
          <a:blip r:embed="rId11"/>
          <a:stretch>
            <a:fillRect/>
          </a:stretch>
        </p:blipFill>
        <p:spPr>
          <a:xfrm>
            <a:off x="16444370" y="13274138"/>
            <a:ext cx="4601660" cy="2774530"/>
          </a:xfrm>
          <a:prstGeom prst="rect">
            <a:avLst/>
          </a:prstGeom>
        </p:spPr>
      </p:pic>
      <p:sp>
        <p:nvSpPr>
          <p:cNvPr id="35" name="TextBox 34">
            <a:extLst>
              <a:ext uri="{FF2B5EF4-FFF2-40B4-BE49-F238E27FC236}">
                <a16:creationId xmlns:a16="http://schemas.microsoft.com/office/drawing/2014/main" id="{34C5C4CB-088D-B331-5B0A-30DBC2ECDB88}"/>
              </a:ext>
            </a:extLst>
          </p:cNvPr>
          <p:cNvSpPr txBox="1"/>
          <p:nvPr/>
        </p:nvSpPr>
        <p:spPr>
          <a:xfrm>
            <a:off x="28636809" y="4752518"/>
            <a:ext cx="6956464" cy="3985706"/>
          </a:xfrm>
          <a:prstGeom prst="rect">
            <a:avLst/>
          </a:prstGeom>
          <a:noFill/>
        </p:spPr>
        <p:txBody>
          <a:bodyPr wrap="square" rtlCol="0">
            <a:spAutoFit/>
          </a:bodyPr>
          <a:lstStyle/>
          <a:p>
            <a:pPr marL="342900" indent="-342900">
              <a:buFont typeface="Arial" panose="020B0604020202020204" pitchFamily="34" charset="0"/>
              <a:buChar char="•"/>
            </a:pPr>
            <a:r>
              <a:rPr lang="en-US" dirty="0"/>
              <a:t>PCB Design Complete, though shipment was delayed multiple times.</a:t>
            </a:r>
          </a:p>
          <a:p>
            <a:pPr marL="342900" indent="-342900">
              <a:buFont typeface="Arial" panose="020B0604020202020204" pitchFamily="34" charset="0"/>
              <a:buChar char="•"/>
            </a:pPr>
            <a:r>
              <a:rPr lang="en-US" dirty="0"/>
              <a:t>Cad models complete and printed.</a:t>
            </a:r>
          </a:p>
          <a:p>
            <a:pPr marL="342900" indent="-342900">
              <a:buFont typeface="Arial" panose="020B0604020202020204" pitchFamily="34" charset="0"/>
              <a:buChar char="•"/>
            </a:pPr>
            <a:r>
              <a:rPr lang="en-US" dirty="0"/>
              <a:t>Hardware integration functional utilizes GPIO, ADC, I2C, SPI, and DMA to bring it all together.</a:t>
            </a:r>
          </a:p>
          <a:p>
            <a:pPr marL="342900" indent="-342900">
              <a:buFont typeface="Arial" panose="020B0604020202020204" pitchFamily="34" charset="0"/>
              <a:buChar char="•"/>
            </a:pPr>
            <a:r>
              <a:rPr lang="en-US" dirty="0"/>
              <a:t>Power systems operational allowing charging without any cutoff.</a:t>
            </a:r>
          </a:p>
          <a:p>
            <a:pPr marL="342900" indent="-342900">
              <a:buFont typeface="Arial" panose="020B0604020202020204" pitchFamily="34" charset="0"/>
              <a:buChar char="•"/>
            </a:pPr>
            <a:r>
              <a:rPr lang="en-US" dirty="0"/>
              <a:t>Gesture detection working.</a:t>
            </a:r>
          </a:p>
          <a:p>
            <a:pPr marL="342900" indent="-342900">
              <a:buFont typeface="Arial" panose="020B0604020202020204" pitchFamily="34" charset="0"/>
              <a:buChar char="•"/>
            </a:pPr>
            <a:r>
              <a:rPr lang="en-US" dirty="0"/>
              <a:t>Adaptive analyzer pattern detection logic designed – uses SD card reader with </a:t>
            </a:r>
            <a:r>
              <a:rPr lang="en-US" dirty="0" err="1"/>
              <a:t>FatFS</a:t>
            </a:r>
            <a:r>
              <a:rPr lang="en-US" dirty="0"/>
              <a:t> for data logging and storage.</a:t>
            </a:r>
          </a:p>
          <a:p>
            <a:endParaRPr lang="en-US" dirty="0"/>
          </a:p>
        </p:txBody>
      </p:sp>
      <p:pic>
        <p:nvPicPr>
          <p:cNvPr id="36" name="Picture 35">
            <a:extLst>
              <a:ext uri="{FF2B5EF4-FFF2-40B4-BE49-F238E27FC236}">
                <a16:creationId xmlns:a16="http://schemas.microsoft.com/office/drawing/2014/main" id="{89FD5644-CF2A-E16C-DBC9-2E577233BDBB}"/>
              </a:ext>
            </a:extLst>
          </p:cNvPr>
          <p:cNvPicPr>
            <a:picLocks noChangeAspect="1"/>
          </p:cNvPicPr>
          <p:nvPr/>
        </p:nvPicPr>
        <p:blipFill>
          <a:blip r:embed="rId12"/>
          <a:stretch>
            <a:fillRect/>
          </a:stretch>
        </p:blipFill>
        <p:spPr>
          <a:xfrm>
            <a:off x="29688341" y="8370819"/>
            <a:ext cx="4853399" cy="1400646"/>
          </a:xfrm>
          <a:prstGeom prst="rect">
            <a:avLst/>
          </a:prstGeom>
        </p:spPr>
      </p:pic>
      <p:pic>
        <p:nvPicPr>
          <p:cNvPr id="37" name="Picture 36">
            <a:extLst>
              <a:ext uri="{FF2B5EF4-FFF2-40B4-BE49-F238E27FC236}">
                <a16:creationId xmlns:a16="http://schemas.microsoft.com/office/drawing/2014/main" id="{5B279254-4496-2398-FBFF-46F7B1C347DE}"/>
              </a:ext>
            </a:extLst>
          </p:cNvPr>
          <p:cNvPicPr>
            <a:picLocks noChangeAspect="1"/>
          </p:cNvPicPr>
          <p:nvPr/>
        </p:nvPicPr>
        <p:blipFill>
          <a:blip r:embed="rId13"/>
          <a:stretch>
            <a:fillRect/>
          </a:stretch>
        </p:blipFill>
        <p:spPr>
          <a:xfrm>
            <a:off x="29069927" y="9856619"/>
            <a:ext cx="2241826" cy="3103549"/>
          </a:xfrm>
          <a:prstGeom prst="rect">
            <a:avLst/>
          </a:prstGeom>
        </p:spPr>
      </p:pic>
      <p:pic>
        <p:nvPicPr>
          <p:cNvPr id="38" name="Picture 37">
            <a:extLst>
              <a:ext uri="{FF2B5EF4-FFF2-40B4-BE49-F238E27FC236}">
                <a16:creationId xmlns:a16="http://schemas.microsoft.com/office/drawing/2014/main" id="{040FC86C-44B8-9A4F-9FF9-D8B5B2046FD4}"/>
              </a:ext>
            </a:extLst>
          </p:cNvPr>
          <p:cNvPicPr>
            <a:picLocks noChangeAspect="1"/>
          </p:cNvPicPr>
          <p:nvPr/>
        </p:nvPicPr>
        <p:blipFill>
          <a:blip r:embed="rId14"/>
          <a:stretch>
            <a:fillRect/>
          </a:stretch>
        </p:blipFill>
        <p:spPr>
          <a:xfrm>
            <a:off x="31311753" y="9856619"/>
            <a:ext cx="4082262" cy="3103549"/>
          </a:xfrm>
          <a:prstGeom prst="rect">
            <a:avLst/>
          </a:prstGeom>
        </p:spPr>
      </p:pic>
      <p:sp>
        <p:nvSpPr>
          <p:cNvPr id="40" name="TextBox 39">
            <a:extLst>
              <a:ext uri="{FF2B5EF4-FFF2-40B4-BE49-F238E27FC236}">
                <a16:creationId xmlns:a16="http://schemas.microsoft.com/office/drawing/2014/main" id="{8C4D88A8-3C38-F726-A010-8711AB139D4E}"/>
              </a:ext>
            </a:extLst>
          </p:cNvPr>
          <p:cNvSpPr txBox="1"/>
          <p:nvPr/>
        </p:nvSpPr>
        <p:spPr>
          <a:xfrm>
            <a:off x="28579211" y="13762038"/>
            <a:ext cx="7265503" cy="6109365"/>
          </a:xfrm>
          <a:prstGeom prst="rect">
            <a:avLst/>
          </a:prstGeom>
          <a:noFill/>
        </p:spPr>
        <p:txBody>
          <a:bodyPr wrap="square">
            <a:spAutoFit/>
          </a:bodyPr>
          <a:lstStyle/>
          <a:p>
            <a:pPr algn="ctr"/>
            <a:r>
              <a:rPr lang="en-US" b="1" u="sng" dirty="0"/>
              <a:t>Project Significance</a:t>
            </a:r>
          </a:p>
          <a:p>
            <a:r>
              <a:rPr lang="en-US" dirty="0"/>
              <a:t>This controller fills a gap between standard gyro peripherals and specialized single-handed devices, offering adaptive assistance that learns user behavior over time and adjusts itself in accordance.</a:t>
            </a:r>
          </a:p>
          <a:p>
            <a:endParaRPr lang="en-US" dirty="0"/>
          </a:p>
          <a:p>
            <a:pPr algn="ctr"/>
            <a:r>
              <a:rPr lang="en-US" b="1" u="sng" dirty="0"/>
              <a:t>Key Takeaway</a:t>
            </a:r>
          </a:p>
          <a:p>
            <a:r>
              <a:rPr lang="en-US" dirty="0"/>
              <a:t>The adaptive analyzer is the core innovation whereas no manual configuration should be needed. the controller automatically adjusts sensitivity, filter strength, and gesture thresholds to match each user's natural movements.</a:t>
            </a:r>
          </a:p>
          <a:p>
            <a:endParaRPr lang="en-US" dirty="0"/>
          </a:p>
          <a:p>
            <a:endParaRPr lang="en-US" dirty="0"/>
          </a:p>
          <a:p>
            <a:pPr algn="ctr"/>
            <a:r>
              <a:rPr lang="en-US" b="1" u="sng" dirty="0"/>
              <a:t>Future Work</a:t>
            </a:r>
          </a:p>
          <a:p>
            <a:r>
              <a:rPr lang="en-US" dirty="0"/>
              <a:t>PCB needs to be soldered, Bluetooth functionality still broken, and many other peculiarities with algorithm still needs to be fixed for this project to be considered acceptable.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6D5413-4CD9-86E7-7A83-8FFB05508E26}"/>
              </a:ext>
            </a:extLst>
          </p:cNvPr>
          <p:cNvPicPr>
            <a:picLocks noChangeAspect="1"/>
          </p:cNvPicPr>
          <p:nvPr/>
        </p:nvPicPr>
        <p:blipFill>
          <a:blip r:embed="rId2"/>
          <a:stretch>
            <a:fillRect/>
          </a:stretch>
        </p:blipFill>
        <p:spPr>
          <a:xfrm>
            <a:off x="-600075" y="0"/>
            <a:ext cx="38690550" cy="24688800"/>
          </a:xfrm>
          <a:prstGeom prst="rect">
            <a:avLst/>
          </a:prstGeom>
        </p:spPr>
      </p:pic>
    </p:spTree>
    <p:extLst>
      <p:ext uri="{BB962C8B-B14F-4D97-AF65-F5344CB8AC3E}">
        <p14:creationId xmlns:p14="http://schemas.microsoft.com/office/powerpoint/2010/main" val="925945184"/>
      </p:ext>
    </p:extLst>
  </p:cSld>
  <p:clrMapOvr>
    <a:masterClrMapping/>
  </p:clrMapOvr>
</p:sld>
</file>

<file path=ppt/theme/theme1.xml><?xml version="1.0" encoding="utf-8"?>
<a:theme xmlns:a="http://schemas.openxmlformats.org/drawingml/2006/main" name="Custom Design">
  <a:themeElements>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fontScheme name="Custom Design">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a:ln>
              <a:noFill/>
            </a:ln>
            <a:solidFill>
              <a:schemeClr val="tx1"/>
            </a:solidFill>
            <a:effectLst/>
            <a:latin typeface="Arial Narrow"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a:ln>
              <a:noFill/>
            </a:ln>
            <a:solidFill>
              <a:schemeClr val="tx1"/>
            </a:solidFill>
            <a:effectLst/>
            <a:latin typeface="Arial Narrow" charset="0"/>
            <a:ea typeface="ＭＳ Ｐゴシック"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12">
        <a:dk1>
          <a:srgbClr val="002336"/>
        </a:dk1>
        <a:lt1>
          <a:srgbClr val="FF0909"/>
        </a:lt1>
        <a:dk2>
          <a:srgbClr val="000000"/>
        </a:dk2>
        <a:lt2>
          <a:srgbClr val="808080"/>
        </a:lt2>
        <a:accent1>
          <a:srgbClr val="FFFFFF"/>
        </a:accent1>
        <a:accent2>
          <a:srgbClr val="FD9B39"/>
        </a:accent2>
        <a:accent3>
          <a:srgbClr val="FFAAAA"/>
        </a:accent3>
        <a:accent4>
          <a:srgbClr val="001C2D"/>
        </a:accent4>
        <a:accent5>
          <a:srgbClr val="FFFFFF"/>
        </a:accent5>
        <a:accent6>
          <a:srgbClr val="E58C33"/>
        </a:accent6>
        <a:hlink>
          <a:srgbClr val="028418"/>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ustom Design">
  <a:themeElements>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fontScheme name="Custom Design">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a:ln>
              <a:noFill/>
            </a:ln>
            <a:solidFill>
              <a:schemeClr val="tx1"/>
            </a:solidFill>
            <a:effectLst/>
            <a:latin typeface="Arial Narrow"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a:ln>
              <a:noFill/>
            </a:ln>
            <a:solidFill>
              <a:schemeClr val="tx1"/>
            </a:solidFill>
            <a:effectLst/>
            <a:latin typeface="Arial Narrow" charset="0"/>
            <a:ea typeface="ＭＳ Ｐゴシック"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12">
        <a:dk1>
          <a:srgbClr val="002336"/>
        </a:dk1>
        <a:lt1>
          <a:srgbClr val="FF0909"/>
        </a:lt1>
        <a:dk2>
          <a:srgbClr val="000000"/>
        </a:dk2>
        <a:lt2>
          <a:srgbClr val="808080"/>
        </a:lt2>
        <a:accent1>
          <a:srgbClr val="FFFFFF"/>
        </a:accent1>
        <a:accent2>
          <a:srgbClr val="FD9B39"/>
        </a:accent2>
        <a:accent3>
          <a:srgbClr val="FFAAAA"/>
        </a:accent3>
        <a:accent4>
          <a:srgbClr val="001C2D"/>
        </a:accent4>
        <a:accent5>
          <a:srgbClr val="FFFFFF"/>
        </a:accent5>
        <a:accent6>
          <a:srgbClr val="E58C33"/>
        </a:accent6>
        <a:hlink>
          <a:srgbClr val="028418"/>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ustom Design">
  <a:themeElements>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fontScheme name="Custom Design">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a:ln>
              <a:noFill/>
            </a:ln>
            <a:solidFill>
              <a:schemeClr val="tx1"/>
            </a:solidFill>
            <a:effectLst/>
            <a:latin typeface="Arial Narrow"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a:ln>
              <a:noFill/>
            </a:ln>
            <a:solidFill>
              <a:schemeClr val="tx1"/>
            </a:solidFill>
            <a:effectLst/>
            <a:latin typeface="Arial Narrow" charset="0"/>
            <a:ea typeface="ＭＳ Ｐゴシック"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12">
        <a:dk1>
          <a:srgbClr val="002336"/>
        </a:dk1>
        <a:lt1>
          <a:srgbClr val="FF0909"/>
        </a:lt1>
        <a:dk2>
          <a:srgbClr val="000000"/>
        </a:dk2>
        <a:lt2>
          <a:srgbClr val="808080"/>
        </a:lt2>
        <a:accent1>
          <a:srgbClr val="FFFFFF"/>
        </a:accent1>
        <a:accent2>
          <a:srgbClr val="FD9B39"/>
        </a:accent2>
        <a:accent3>
          <a:srgbClr val="FFAAAA"/>
        </a:accent3>
        <a:accent4>
          <a:srgbClr val="001C2D"/>
        </a:accent4>
        <a:accent5>
          <a:srgbClr val="FFFFFF"/>
        </a:accent5>
        <a:accent6>
          <a:srgbClr val="E58C33"/>
        </a:accent6>
        <a:hlink>
          <a:srgbClr val="028418"/>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Custom Design">
  <a:themeElements>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fontScheme name="Custom Design">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a:ln>
              <a:noFill/>
            </a:ln>
            <a:solidFill>
              <a:schemeClr val="tx1"/>
            </a:solidFill>
            <a:effectLst/>
            <a:latin typeface="Arial Narrow"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a:ln>
              <a:noFill/>
            </a:ln>
            <a:solidFill>
              <a:schemeClr val="tx1"/>
            </a:solidFill>
            <a:effectLst/>
            <a:latin typeface="Arial Narrow" charset="0"/>
            <a:ea typeface="ＭＳ Ｐゴシック"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12">
        <a:dk1>
          <a:srgbClr val="002336"/>
        </a:dk1>
        <a:lt1>
          <a:srgbClr val="FF0909"/>
        </a:lt1>
        <a:dk2>
          <a:srgbClr val="000000"/>
        </a:dk2>
        <a:lt2>
          <a:srgbClr val="808080"/>
        </a:lt2>
        <a:accent1>
          <a:srgbClr val="FFFFFF"/>
        </a:accent1>
        <a:accent2>
          <a:srgbClr val="FD9B39"/>
        </a:accent2>
        <a:accent3>
          <a:srgbClr val="FFAAAA"/>
        </a:accent3>
        <a:accent4>
          <a:srgbClr val="001C2D"/>
        </a:accent4>
        <a:accent5>
          <a:srgbClr val="FFFFFF"/>
        </a:accent5>
        <a:accent6>
          <a:srgbClr val="E58C33"/>
        </a:accent6>
        <a:hlink>
          <a:srgbClr val="028418"/>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d86389-0728-49dd-b6d2-c45d77e4beac">
      <Terms xmlns="http://schemas.microsoft.com/office/infopath/2007/PartnerControls"/>
    </lcf76f155ced4ddcb4097134ff3c332f>
    <TaxCatchAll xmlns="8bf80941-283d-413d-afb7-4b7f21502859" xsi:nil="true"/>
    <SharedWithUsers xmlns="8bf80941-283d-413d-afb7-4b7f21502859">
      <UserInfo>
        <DisplayName>Kristin Whitman</DisplayName>
        <AccountId>162</AccountId>
        <AccountType/>
      </UserInfo>
      <UserInfo>
        <DisplayName>Hugh Jarrard</DisplayName>
        <AccountId>258</AccountId>
        <AccountType/>
      </UserInfo>
    </SharedWithUsers>
    <_ip_UnifiedCompliancePolicyUIAction xmlns="http://schemas.microsoft.com/sharepoint/v3" xsi:nil="true"/>
    <_ip_UnifiedCompliancePolicyProperties xmlns="http://schemas.microsoft.com/sharepoint/v3" xsi:nil="true"/>
    <MediaLengthInSeconds xmlns="15d86389-0728-49dd-b6d2-c45d77e4bea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710DE9E832FCE418B7CA3402B3BC5FB" ma:contentTypeVersion="19" ma:contentTypeDescription="Create a new document." ma:contentTypeScope="" ma:versionID="b5c3d0225032c19ae7688fe257b1c17f">
  <xsd:schema xmlns:xsd="http://www.w3.org/2001/XMLSchema" xmlns:xs="http://www.w3.org/2001/XMLSchema" xmlns:p="http://schemas.microsoft.com/office/2006/metadata/properties" xmlns:ns1="http://schemas.microsoft.com/sharepoint/v3" xmlns:ns2="15d86389-0728-49dd-b6d2-c45d77e4beac" xmlns:ns3="8bf80941-283d-413d-afb7-4b7f21502859" targetNamespace="http://schemas.microsoft.com/office/2006/metadata/properties" ma:root="true" ma:fieldsID="a6364aa3ee8ed38840fbdd11755349e9" ns1:_="" ns2:_="" ns3:_="">
    <xsd:import namespace="http://schemas.microsoft.com/sharepoint/v3"/>
    <xsd:import namespace="15d86389-0728-49dd-b6d2-c45d77e4beac"/>
    <xsd:import namespace="8bf80941-283d-413d-afb7-4b7f2150285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DateTaken" minOccurs="0"/>
                <xsd:element ref="ns2:MediaServiceOCR" minOccurs="0"/>
                <xsd:element ref="ns1:_ip_UnifiedCompliancePolicyProperties" minOccurs="0"/>
                <xsd:element ref="ns1:_ip_UnifiedCompliancePolicyUIAction" minOccurs="0"/>
                <xsd:element ref="ns3:SharedWithUsers" minOccurs="0"/>
                <xsd:element ref="ns3:SharedWithDetail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d86389-0728-49dd-b6d2-c45d77e4be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04e713-3df4-4e86-9d7d-2f323303a6b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bf80941-283d-413d-afb7-4b7f2150285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255fbfbb-91af-4234-a410-0e1f009ab11a}" ma:internalName="TaxCatchAll" ma:showField="CatchAllData" ma:web="8bf80941-283d-413d-afb7-4b7f2150285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E41612-FC35-4882-86C6-B530770E965D}">
  <ds:schemaRefs>
    <ds:schemaRef ds:uri="http://schemas.microsoft.com/sharepoint/v3/contenttype/forms"/>
  </ds:schemaRefs>
</ds:datastoreItem>
</file>

<file path=customXml/itemProps2.xml><?xml version="1.0" encoding="utf-8"?>
<ds:datastoreItem xmlns:ds="http://schemas.openxmlformats.org/officeDocument/2006/customXml" ds:itemID="{FB443D2B-F4ED-4DB9-B84B-012C65133099}">
  <ds:schemaRefs>
    <ds:schemaRef ds:uri="http://purl.org/dc/elements/1.1/"/>
    <ds:schemaRef ds:uri="http://schemas.microsoft.com/office/2006/documentManagement/types"/>
    <ds:schemaRef ds:uri="http://schemas.microsoft.com/sharepoint/v3"/>
    <ds:schemaRef ds:uri="8bf80941-283d-413d-afb7-4b7f21502859"/>
    <ds:schemaRef ds:uri="http://purl.org/dc/dcmitype/"/>
    <ds:schemaRef ds:uri="http://schemas.microsoft.com/office/2006/metadata/properties"/>
    <ds:schemaRef ds:uri="http://www.w3.org/XML/1998/namespace"/>
    <ds:schemaRef ds:uri="http://purl.org/dc/terms/"/>
    <ds:schemaRef ds:uri="15d86389-0728-49dd-b6d2-c45d77e4beac"/>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8220E1EF-43A5-4388-A0B0-9EE5FF0283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d86389-0728-49dd-b6d2-c45d77e4beac"/>
    <ds:schemaRef ds:uri="8bf80941-283d-413d-afb7-4b7f2150285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1851</TotalTime>
  <Words>729</Words>
  <Application>Microsoft Office PowerPoint</Application>
  <PresentationFormat>Custom</PresentationFormat>
  <Paragraphs>59</Paragraphs>
  <Slides>2</Slides>
  <Notes>1</Notes>
  <HiddenSlides>0</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2</vt:i4>
      </vt:variant>
    </vt:vector>
  </HeadingPairs>
  <TitlesOfParts>
    <vt:vector size="14" baseType="lpstr">
      <vt:lpstr>ＭＳ Ｐゴシック</vt:lpstr>
      <vt:lpstr>Arial</vt:lpstr>
      <vt:lpstr>Arial Black</vt:lpstr>
      <vt:lpstr>Arial Narrow</vt:lpstr>
      <vt:lpstr>Courier New</vt:lpstr>
      <vt:lpstr>Tahoma</vt:lpstr>
      <vt:lpstr>Verdana</vt:lpstr>
      <vt:lpstr>Custom Design</vt:lpstr>
      <vt:lpstr>2_Custom Design</vt:lpstr>
      <vt:lpstr>1_Custom Design</vt:lpstr>
      <vt:lpstr>3_Custom Design</vt:lpstr>
      <vt:lpstr>Equation</vt:lpstr>
      <vt:lpstr>PowerPoint Presentation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Trifold Poster Template</dc:title>
  <dc:subject>Free PowerPoint poster templates</dc:subject>
  <dc:creator>A. Kotoulas</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lastModifiedBy>Landen Barber</cp:lastModifiedBy>
  <cp:revision>43</cp:revision>
  <dcterms:created xsi:type="dcterms:W3CDTF">2005-05-18T01:24:28Z</dcterms:created>
  <dcterms:modified xsi:type="dcterms:W3CDTF">2026-06-04T20:36:51Z</dcterms:modified>
  <cp:category>Powerpoint poster templates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0x010100E710DE9E832FCE418B7CA3402B3BC5FB</vt:lpwstr>
  </property>
  <property fmtid="{D5CDD505-2E9C-101B-9397-08002B2CF9AE}" pid="3" name="_ip_UnifiedCompliancePolicyUIAction">
    <vt:lpwstr/>
  </property>
  <property fmtid="{D5CDD505-2E9C-101B-9397-08002B2CF9AE}" pid="4" name="_ip_UnifiedCompliancePolicyProperties">
    <vt:lpwstr/>
  </property>
  <property fmtid="{D5CDD505-2E9C-101B-9397-08002B2CF9AE}" pid="5" name="MediaServiceImageTags">
    <vt:lpwstr/>
  </property>
  <property fmtid="{D5CDD505-2E9C-101B-9397-08002B2CF9AE}" pid="6" name="Order">
    <vt:r8>133000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